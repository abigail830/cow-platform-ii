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147482658" r:id="rId2"/>
    <p:sldId id="2147483091" r:id="rId3"/>
    <p:sldId id="2147483069" r:id="rId4"/>
    <p:sldId id="2147483093" r:id="rId5"/>
    <p:sldId id="2147483068" r:id="rId6"/>
    <p:sldId id="2147483065" r:id="rId7"/>
    <p:sldId id="2147482667" r:id="rId8"/>
    <p:sldId id="264" r:id="rId9"/>
    <p:sldId id="263" r:id="rId10"/>
    <p:sldId id="21474826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0CCB4F-4976-D482-84AD-75714BDA2D95}" name="Nancy So" initials="NS" userId="S::Nancy.So@ascentium.com::81823e98-fa89-4b9a-9ccd-75cbb5570e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8CA74-FF3C-4FBD-8DEE-105AD688EEF7}" v="4" dt="2026-07-07T02:31:43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3767" autoAdjust="0"/>
  </p:normalViewPr>
  <p:slideViewPr>
    <p:cSldViewPr snapToGrid="0">
      <p:cViewPr varScale="1">
        <p:scale>
          <a:sx n="120" d="100"/>
          <a:sy n="120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h Seng Lok" userId="fa415240-1126-4a5e-a6fb-794b5ba50b06" providerId="ADAL" clId="{D7841ADE-B5A3-446C-B11E-26C79322EFA0}"/>
    <pc:docChg chg="undo custSel addSld delSld modSld">
      <pc:chgData name="Kah Seng Lok" userId="fa415240-1126-4a5e-a6fb-794b5ba50b06" providerId="ADAL" clId="{D7841ADE-B5A3-446C-B11E-26C79322EFA0}" dt="2026-07-07T02:32:00.192" v="113" actId="20577"/>
      <pc:docMkLst>
        <pc:docMk/>
      </pc:docMkLst>
      <pc:sldChg chg="modSp mod">
        <pc:chgData name="Kah Seng Lok" userId="fa415240-1126-4a5e-a6fb-794b5ba50b06" providerId="ADAL" clId="{D7841ADE-B5A3-446C-B11E-26C79322EFA0}" dt="2026-07-07T02:32:00.192" v="113" actId="20577"/>
        <pc:sldMkLst>
          <pc:docMk/>
          <pc:sldMk cId="2680882977" sldId="2147482615"/>
        </pc:sldMkLst>
        <pc:spChg chg="mod">
          <ac:chgData name="Kah Seng Lok" userId="fa415240-1126-4a5e-a6fb-794b5ba50b06" providerId="ADAL" clId="{D7841ADE-B5A3-446C-B11E-26C79322EFA0}" dt="2026-07-07T02:32:00.192" v="113" actId="20577"/>
          <ac:spMkLst>
            <pc:docMk/>
            <pc:sldMk cId="2680882977" sldId="2147482615"/>
            <ac:spMk id="11" creationId="{0D245134-5E4E-EF75-1D81-C7B62C998F71}"/>
          </ac:spMkLst>
        </pc:spChg>
      </pc:sldChg>
      <pc:sldChg chg="modSp mod">
        <pc:chgData name="Kah Seng Lok" userId="fa415240-1126-4a5e-a6fb-794b5ba50b06" providerId="ADAL" clId="{D7841ADE-B5A3-446C-B11E-26C79322EFA0}" dt="2026-07-07T02:29:47.619" v="40" actId="20577"/>
        <pc:sldMkLst>
          <pc:docMk/>
          <pc:sldMk cId="2588015279" sldId="2147482658"/>
        </pc:sldMkLst>
        <pc:spChg chg="mod">
          <ac:chgData name="Kah Seng Lok" userId="fa415240-1126-4a5e-a6fb-794b5ba50b06" providerId="ADAL" clId="{D7841ADE-B5A3-446C-B11E-26C79322EFA0}" dt="2026-07-07T02:29:47.619" v="40" actId="20577"/>
          <ac:spMkLst>
            <pc:docMk/>
            <pc:sldMk cId="2588015279" sldId="2147482658"/>
            <ac:spMk id="3" creationId="{F9E1C230-1CA4-F8CD-A9C5-F4E739FEAF4D}"/>
          </ac:spMkLst>
        </pc:spChg>
      </pc:sldChg>
      <pc:sldChg chg="del">
        <pc:chgData name="Kah Seng Lok" userId="fa415240-1126-4a5e-a6fb-794b5ba50b06" providerId="ADAL" clId="{D7841ADE-B5A3-446C-B11E-26C79322EFA0}" dt="2026-07-07T02:30:12.143" v="42" actId="47"/>
        <pc:sldMkLst>
          <pc:docMk/>
          <pc:sldMk cId="781720917" sldId="2147482660"/>
        </pc:sldMkLst>
      </pc:sldChg>
      <pc:sldChg chg="del">
        <pc:chgData name="Kah Seng Lok" userId="fa415240-1126-4a5e-a6fb-794b5ba50b06" providerId="ADAL" clId="{D7841ADE-B5A3-446C-B11E-26C79322EFA0}" dt="2026-07-07T02:30:12.143" v="42" actId="47"/>
        <pc:sldMkLst>
          <pc:docMk/>
          <pc:sldMk cId="2685599699" sldId="2147482664"/>
        </pc:sldMkLst>
      </pc:sldChg>
      <pc:sldChg chg="addSp delSp modSp mod">
        <pc:chgData name="Kah Seng Lok" userId="fa415240-1126-4a5e-a6fb-794b5ba50b06" providerId="ADAL" clId="{D7841ADE-B5A3-446C-B11E-26C79322EFA0}" dt="2026-07-07T02:31:43.179" v="89"/>
        <pc:sldMkLst>
          <pc:docMk/>
          <pc:sldMk cId="138227724" sldId="2147482667"/>
        </pc:sldMkLst>
        <pc:spChg chg="del">
          <ac:chgData name="Kah Seng Lok" userId="fa415240-1126-4a5e-a6fb-794b5ba50b06" providerId="ADAL" clId="{D7841ADE-B5A3-446C-B11E-26C79322EFA0}" dt="2026-07-07T02:31:42.851" v="88" actId="478"/>
          <ac:spMkLst>
            <pc:docMk/>
            <pc:sldMk cId="138227724" sldId="2147482667"/>
            <ac:spMk id="2" creationId="{DB05239E-59DE-1354-0729-96EA8E871C62}"/>
          </ac:spMkLst>
        </pc:spChg>
        <pc:spChg chg="add mod">
          <ac:chgData name="Kah Seng Lok" userId="fa415240-1126-4a5e-a6fb-794b5ba50b06" providerId="ADAL" clId="{D7841ADE-B5A3-446C-B11E-26C79322EFA0}" dt="2026-07-07T02:31:43.179" v="89"/>
          <ac:spMkLst>
            <pc:docMk/>
            <pc:sldMk cId="138227724" sldId="2147482667"/>
            <ac:spMk id="4" creationId="{188BD164-D2AA-43CD-7255-3B526082A5F8}"/>
          </ac:spMkLst>
        </pc:spChg>
      </pc:sldChg>
      <pc:sldChg chg="addSp delSp modSp mod">
        <pc:chgData name="Kah Seng Lok" userId="fa415240-1126-4a5e-a6fb-794b5ba50b06" providerId="ADAL" clId="{D7841ADE-B5A3-446C-B11E-26C79322EFA0}" dt="2026-07-07T02:31:31.961" v="85" actId="20577"/>
        <pc:sldMkLst>
          <pc:docMk/>
          <pc:sldMk cId="1050546421" sldId="2147482680"/>
        </pc:sldMkLst>
        <pc:spChg chg="add mod">
          <ac:chgData name="Kah Seng Lok" userId="fa415240-1126-4a5e-a6fb-794b5ba50b06" providerId="ADAL" clId="{D7841ADE-B5A3-446C-B11E-26C79322EFA0}" dt="2026-07-07T02:31:31.961" v="85" actId="20577"/>
          <ac:spMkLst>
            <pc:docMk/>
            <pc:sldMk cId="1050546421" sldId="2147482680"/>
            <ac:spMk id="2" creationId="{0378916E-8D75-E72D-6D49-C4612B1ED566}"/>
          </ac:spMkLst>
        </pc:spChg>
        <pc:spChg chg="del">
          <ac:chgData name="Kah Seng Lok" userId="fa415240-1126-4a5e-a6fb-794b5ba50b06" providerId="ADAL" clId="{D7841ADE-B5A3-446C-B11E-26C79322EFA0}" dt="2026-07-07T02:31:22.229" v="73" actId="478"/>
          <ac:spMkLst>
            <pc:docMk/>
            <pc:sldMk cId="1050546421" sldId="2147482680"/>
            <ac:spMk id="5" creationId="{C23F1BE4-5F70-3937-61DE-D2B6CD825B91}"/>
          </ac:spMkLst>
        </pc:spChg>
      </pc:sldChg>
      <pc:sldChg chg="addSp delSp modSp mod">
        <pc:chgData name="Kah Seng Lok" userId="fa415240-1126-4a5e-a6fb-794b5ba50b06" providerId="ADAL" clId="{D7841ADE-B5A3-446C-B11E-26C79322EFA0}" dt="2026-07-07T02:31:38.378" v="87"/>
        <pc:sldMkLst>
          <pc:docMk/>
          <pc:sldMk cId="127526704" sldId="2147482686"/>
        </pc:sldMkLst>
        <pc:spChg chg="add mod">
          <ac:chgData name="Kah Seng Lok" userId="fa415240-1126-4a5e-a6fb-794b5ba50b06" providerId="ADAL" clId="{D7841ADE-B5A3-446C-B11E-26C79322EFA0}" dt="2026-07-07T02:31:38.378" v="87"/>
          <ac:spMkLst>
            <pc:docMk/>
            <pc:sldMk cId="127526704" sldId="2147482686"/>
            <ac:spMk id="2" creationId="{6414CBC2-FE02-0738-0FC2-4E1D1EF1A278}"/>
          </ac:spMkLst>
        </pc:spChg>
        <pc:spChg chg="del">
          <ac:chgData name="Kah Seng Lok" userId="fa415240-1126-4a5e-a6fb-794b5ba50b06" providerId="ADAL" clId="{D7841ADE-B5A3-446C-B11E-26C79322EFA0}" dt="2026-07-07T02:31:38.087" v="86" actId="478"/>
          <ac:spMkLst>
            <pc:docMk/>
            <pc:sldMk cId="127526704" sldId="2147482686"/>
            <ac:spMk id="4" creationId="{212434AF-5919-9779-6461-BCA08FD3B0EE}"/>
          </ac:spMkLst>
        </pc:spChg>
      </pc:sldChg>
      <pc:sldChg chg="modSp mod">
        <pc:chgData name="Kah Seng Lok" userId="fa415240-1126-4a5e-a6fb-794b5ba50b06" providerId="ADAL" clId="{D7841ADE-B5A3-446C-B11E-26C79322EFA0}" dt="2026-07-07T02:31:15.671" v="72" actId="20577"/>
        <pc:sldMkLst>
          <pc:docMk/>
          <pc:sldMk cId="1597253039" sldId="2147482689"/>
        </pc:sldMkLst>
        <pc:spChg chg="mod">
          <ac:chgData name="Kah Seng Lok" userId="fa415240-1126-4a5e-a6fb-794b5ba50b06" providerId="ADAL" clId="{D7841ADE-B5A3-446C-B11E-26C79322EFA0}" dt="2026-07-07T02:31:15.671" v="72" actId="20577"/>
          <ac:spMkLst>
            <pc:docMk/>
            <pc:sldMk cId="1597253039" sldId="2147482689"/>
            <ac:spMk id="5" creationId="{4AC63C1B-3BF8-A286-F89C-2E8E110571A7}"/>
          </ac:spMkLst>
        </pc:spChg>
      </pc:sldChg>
      <pc:sldChg chg="add del">
        <pc:chgData name="Kah Seng Lok" userId="fa415240-1126-4a5e-a6fb-794b5ba50b06" providerId="ADAL" clId="{D7841ADE-B5A3-446C-B11E-26C79322EFA0}" dt="2026-07-07T02:30:15.330" v="43" actId="47"/>
        <pc:sldMkLst>
          <pc:docMk/>
          <pc:sldMk cId="2966008794" sldId="2147482955"/>
        </pc:sldMkLst>
      </pc:sldChg>
      <pc:sldChg chg="del">
        <pc:chgData name="Kah Seng Lok" userId="fa415240-1126-4a5e-a6fb-794b5ba50b06" providerId="ADAL" clId="{D7841ADE-B5A3-446C-B11E-26C79322EFA0}" dt="2026-07-07T02:30:12.143" v="42" actId="47"/>
        <pc:sldMkLst>
          <pc:docMk/>
          <pc:sldMk cId="3500417538" sldId="2147482956"/>
        </pc:sldMkLst>
      </pc:sldChg>
      <pc:sldChg chg="add">
        <pc:chgData name="Kah Seng Lok" userId="fa415240-1126-4a5e-a6fb-794b5ba50b06" providerId="ADAL" clId="{D7841ADE-B5A3-446C-B11E-26C79322EFA0}" dt="2026-07-07T02:30:08.088" v="41"/>
        <pc:sldMkLst>
          <pc:docMk/>
          <pc:sldMk cId="1208381959" sldId="2147483065"/>
        </pc:sldMkLst>
      </pc:sldChg>
      <pc:sldChg chg="add">
        <pc:chgData name="Kah Seng Lok" userId="fa415240-1126-4a5e-a6fb-794b5ba50b06" providerId="ADAL" clId="{D7841ADE-B5A3-446C-B11E-26C79322EFA0}" dt="2026-07-07T02:30:08.088" v="41"/>
        <pc:sldMkLst>
          <pc:docMk/>
          <pc:sldMk cId="1632748272" sldId="2147483068"/>
        </pc:sldMkLst>
      </pc:sldChg>
      <pc:sldChg chg="add">
        <pc:chgData name="Kah Seng Lok" userId="fa415240-1126-4a5e-a6fb-794b5ba50b06" providerId="ADAL" clId="{D7841ADE-B5A3-446C-B11E-26C79322EFA0}" dt="2026-07-07T02:30:08.088" v="41"/>
        <pc:sldMkLst>
          <pc:docMk/>
          <pc:sldMk cId="1381049059" sldId="2147483069"/>
        </pc:sldMkLst>
      </pc:sldChg>
      <pc:sldChg chg="add">
        <pc:chgData name="Kah Seng Lok" userId="fa415240-1126-4a5e-a6fb-794b5ba50b06" providerId="ADAL" clId="{D7841ADE-B5A3-446C-B11E-26C79322EFA0}" dt="2026-07-07T02:30:08.088" v="41"/>
        <pc:sldMkLst>
          <pc:docMk/>
          <pc:sldMk cId="953799574" sldId="2147483091"/>
        </pc:sldMkLst>
      </pc:sldChg>
      <pc:sldChg chg="add">
        <pc:chgData name="Kah Seng Lok" userId="fa415240-1126-4a5e-a6fb-794b5ba50b06" providerId="ADAL" clId="{D7841ADE-B5A3-446C-B11E-26C79322EFA0}" dt="2026-07-07T02:30:08.088" v="41"/>
        <pc:sldMkLst>
          <pc:docMk/>
          <pc:sldMk cId="3394272988" sldId="21474830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3D479-4236-2E4E-B437-915D2A26B389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3EAB2-16B1-3F4C-8395-0BB544B41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71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9133-58B0-B407-A6C8-16F083DF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472A2-4F1B-141F-DFE3-2E8841B95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9B0AB-C8D3-E27E-9C29-2536CD468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FB42D-A5B7-1FD2-B371-22977EE73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E984BA-F797-434E-88EA-1B6176B5DDE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715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CD765-03A0-0F69-854B-16A611BA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30728-0A40-A5B6-B4D5-33A5F395C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96C79-74E5-6871-24DF-7FC11BF04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FD97C-CADC-5ADF-8F97-2EB350298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E984BA-F797-434E-88EA-1B6176B5DDE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350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E984BA-F797-434E-88EA-1B6176B5DDE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960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323C-8CFC-8F36-7D98-F155BD42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4F7B0-8C95-0ECB-6C69-21156D25A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5C990-5C9B-D9B8-6607-8710C0BE8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DB7CD-2768-F067-2B44-AC0C1220D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984BA-F797-434E-88EA-1B6176B5DD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93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5649-FA25-42EC-52EB-C1AF6C2B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09C25-967C-3902-9263-47D819FF6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68C38-A2A5-32D6-333E-4EC5C9BE9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8C0EB-EA0D-49DE-33F3-17EAF68E7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E984BA-F797-434E-88EA-1B6176B5DDE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03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Mounta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range with snow on the top  Description automatically generated">
            <a:extLst>
              <a:ext uri="{FF2B5EF4-FFF2-40B4-BE49-F238E27FC236}">
                <a16:creationId xmlns:a16="http://schemas.microsoft.com/office/drawing/2014/main" id="{6E4064DC-B658-95A1-600C-380347558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723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E1D21583-64AA-B9AC-F765-055E2B97D27F}"/>
              </a:ext>
            </a:extLst>
          </p:cNvPr>
          <p:cNvSpPr/>
          <p:nvPr userDrawn="1"/>
        </p:nvSpPr>
        <p:spPr>
          <a:xfrm rot="5400000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C5F28-D418-2AEA-995E-B79000CC75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A602FD1-2FE2-B330-5932-E00BA6BA02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AC4A7-94CD-80C8-0A9D-07AA3A6CDD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38" y="2997200"/>
            <a:ext cx="7055346" cy="1104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Longer Subheading or Description of the Presentation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FCA345-D612-7131-9629-26312C9B5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538" y="4292862"/>
            <a:ext cx="7055346" cy="1104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Date, Location</a:t>
            </a:r>
          </a:p>
        </p:txBody>
      </p:sp>
    </p:spTree>
    <p:extLst>
      <p:ext uri="{BB962C8B-B14F-4D97-AF65-F5344CB8AC3E}">
        <p14:creationId xmlns:p14="http://schemas.microsoft.com/office/powerpoint/2010/main" val="101390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A602FD1-2FE2-B330-5932-E00BA6BA02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AC4A7-94CD-80C8-0A9D-07AA3A6CDD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38" y="2997200"/>
            <a:ext cx="7055346" cy="1104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Longer Subheading or Description of the Presentation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56B63-7CBA-E87B-D1C5-2EAA2D4F94F0}"/>
              </a:ext>
            </a:extLst>
          </p:cNvPr>
          <p:cNvSpPr txBox="1"/>
          <p:nvPr userDrawn="1"/>
        </p:nvSpPr>
        <p:spPr>
          <a:xfrm>
            <a:off x="368710" y="1445373"/>
            <a:ext cx="7055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FF6611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Ascentium</a:t>
            </a:r>
            <a:endParaRPr kumimoji="0" lang="en-GB" sz="1600" i="0" u="none" strike="noStrike" kern="1200" cap="none" spc="0" normalizeH="0" baseline="0" noProof="0">
              <a:ln>
                <a:noFill/>
              </a:ln>
              <a:solidFill>
                <a:srgbClr val="FF6611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FCA345-D612-7131-9629-26312C9B5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538" y="4292862"/>
            <a:ext cx="7055346" cy="1104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Date, Location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D6C5FBD-D657-D85E-A46C-785D651505B1}"/>
              </a:ext>
            </a:extLst>
          </p:cNvPr>
          <p:cNvSpPr/>
          <p:nvPr userDrawn="1"/>
        </p:nvSpPr>
        <p:spPr>
          <a:xfrm rot="10800000" flipV="1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A2429-0550-198B-5020-D43F03C91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5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04107-3224-0F89-19A3-1FC126E077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4840AE1-770A-82FA-FE1D-DDB938A9E5C4}"/>
              </a:ext>
            </a:extLst>
          </p:cNvPr>
          <p:cNvSpPr/>
          <p:nvPr userDrawn="1"/>
        </p:nvSpPr>
        <p:spPr>
          <a:xfrm rot="10800000" flipV="1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F898BB-0E3D-BE51-86C0-7C34E5AB8B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594" y="6338150"/>
            <a:ext cx="1065031" cy="160314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A602FD1-2FE2-B330-5932-E00BA6BA02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bg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AC4A7-94CD-80C8-0A9D-07AA3A6CDD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38" y="2997200"/>
            <a:ext cx="7055346" cy="1104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Longer Subheading or Description of the Presentation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56B63-7CBA-E87B-D1C5-2EAA2D4F94F0}"/>
              </a:ext>
            </a:extLst>
          </p:cNvPr>
          <p:cNvSpPr txBox="1"/>
          <p:nvPr userDrawn="1"/>
        </p:nvSpPr>
        <p:spPr>
          <a:xfrm>
            <a:off x="368710" y="1445373"/>
            <a:ext cx="7055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Ascentium</a:t>
            </a:r>
            <a:endParaRPr kumimoji="0" lang="en-GB" sz="16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FCA345-D612-7131-9629-26312C9B5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538" y="4292862"/>
            <a:ext cx="7055346" cy="1104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Date, Location</a:t>
            </a:r>
          </a:p>
        </p:txBody>
      </p:sp>
    </p:spTree>
    <p:extLst>
      <p:ext uri="{BB962C8B-B14F-4D97-AF65-F5344CB8AC3E}">
        <p14:creationId xmlns:p14="http://schemas.microsoft.com/office/powerpoint/2010/main" val="50422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v1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ountain range with snow on the top  Description automatically generated">
            <a:extLst>
              <a:ext uri="{FF2B5EF4-FFF2-40B4-BE49-F238E27FC236}">
                <a16:creationId xmlns:a16="http://schemas.microsoft.com/office/drawing/2014/main" id="{6D28B4C6-C896-00E0-1ABA-91797CFA53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723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536DB5EF-1B07-9B2B-6AFD-2BDC4C734224}"/>
              </a:ext>
            </a:extLst>
          </p:cNvPr>
          <p:cNvSpPr/>
          <p:nvPr userDrawn="1"/>
        </p:nvSpPr>
        <p:spPr>
          <a:xfrm rot="5400000">
            <a:off x="8758107" y="3433317"/>
            <a:ext cx="3255330" cy="3246697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AB8B3-BD15-43A8-8436-CAACED569C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FAC32-7AC8-4A4D-1AD2-003C22B360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57409"/>
            <a:ext cx="7055346" cy="707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0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32702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v1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A7DB7-6FDE-6EEF-5876-2E09A4DB25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84B6D-F416-79CC-71DF-923996865B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594" y="6338150"/>
            <a:ext cx="1065031" cy="160314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536DB5EF-1B07-9B2B-6AFD-2BDC4C734224}"/>
              </a:ext>
            </a:extLst>
          </p:cNvPr>
          <p:cNvSpPr/>
          <p:nvPr userDrawn="1"/>
        </p:nvSpPr>
        <p:spPr>
          <a:xfrm rot="5400000">
            <a:off x="8758107" y="3433317"/>
            <a:ext cx="3255330" cy="3246697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FAC32-7AC8-4A4D-1AD2-003C22B360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57409"/>
            <a:ext cx="7055346" cy="707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0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3102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v2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5AB8B3-BD15-43A8-8436-CAACED569C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FAC32-7AC8-4A4D-1AD2-003C22B360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57409"/>
            <a:ext cx="7055346" cy="707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0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Section Title Here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F07A147-E066-F20E-3B49-8D4BF8C208F5}"/>
              </a:ext>
            </a:extLst>
          </p:cNvPr>
          <p:cNvSpPr/>
          <p:nvPr userDrawn="1"/>
        </p:nvSpPr>
        <p:spPr>
          <a:xfrm rot="5400000">
            <a:off x="7569200" y="2232024"/>
            <a:ext cx="2393950" cy="2387601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D4B4E18-A161-A671-92C0-A7F04FA6CCD9}"/>
              </a:ext>
            </a:extLst>
          </p:cNvPr>
          <p:cNvSpPr/>
          <p:nvPr userDrawn="1"/>
        </p:nvSpPr>
        <p:spPr>
          <a:xfrm rot="5400000">
            <a:off x="9618345" y="176846"/>
            <a:ext cx="2393950" cy="2387601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259ACA4-F6BB-D77E-B6B0-D76098DF30E3}"/>
              </a:ext>
            </a:extLst>
          </p:cNvPr>
          <p:cNvSpPr/>
          <p:nvPr userDrawn="1"/>
        </p:nvSpPr>
        <p:spPr>
          <a:xfrm rot="5400000">
            <a:off x="5507990" y="4280852"/>
            <a:ext cx="2393950" cy="2387601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33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v2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A7DB7-6FDE-6EEF-5876-2E09A4DB25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84B6D-F416-79CC-71DF-923996865B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594" y="6338150"/>
            <a:ext cx="1065031" cy="16031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FAC32-7AC8-4A4D-1AD2-003C22B360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57409"/>
            <a:ext cx="7055346" cy="707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0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Type Section Title Here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F78A1A0-85E4-46EA-13D9-A079B0F8F561}"/>
              </a:ext>
            </a:extLst>
          </p:cNvPr>
          <p:cNvSpPr/>
          <p:nvPr userDrawn="1"/>
        </p:nvSpPr>
        <p:spPr>
          <a:xfrm rot="5400000">
            <a:off x="7569200" y="2232024"/>
            <a:ext cx="2393950" cy="2387601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2B643CB-460D-CAB2-CF92-93767617CE24}"/>
              </a:ext>
            </a:extLst>
          </p:cNvPr>
          <p:cNvSpPr/>
          <p:nvPr userDrawn="1"/>
        </p:nvSpPr>
        <p:spPr>
          <a:xfrm rot="5400000">
            <a:off x="9618345" y="176846"/>
            <a:ext cx="2393950" cy="2387601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2392744-D04E-ACEA-478F-36346144AE1E}"/>
              </a:ext>
            </a:extLst>
          </p:cNvPr>
          <p:cNvSpPr/>
          <p:nvPr userDrawn="1"/>
        </p:nvSpPr>
        <p:spPr>
          <a:xfrm rot="5400000">
            <a:off x="5507990" y="4280852"/>
            <a:ext cx="2393950" cy="2387601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6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95076F9-8584-F3FF-23C3-19CB7A8332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1334296"/>
            <a:ext cx="5473289" cy="4222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600" kern="1200" dirty="0" smtClean="0">
                <a:solidFill>
                  <a:schemeClr val="accent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914400" indent="0">
              <a:buNone/>
              <a:defRPr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r>
              <a:rPr lang="en-GB" sz="1600" err="1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Imperdiet</a:t>
            </a:r>
            <a:r>
              <a:rPr lang="en-GB" sz="160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Id </a:t>
            </a:r>
            <a:r>
              <a:rPr lang="en-GB" sz="1600" err="1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Hendrerit</a:t>
            </a:r>
            <a:r>
              <a:rPr lang="en-GB" sz="160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 ExtraLight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Quisque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semper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sodales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lacus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,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nec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interdum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magna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tempor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sed. Donec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suscipit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tortor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mi, a semper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orci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convallis vitae. Ut ac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felis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sit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amet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orci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varius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facilisis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Nullam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mattis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urna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ut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lorem gravida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vehicula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Suspendisse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sed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efficitur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purus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Duis fermentum, ante ac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suscipit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egestas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, ipsum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nulla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tempus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quam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, id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ornare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nibh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eros et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elit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Etiam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nec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rutrum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elit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98B404C1-A484-C1A8-7AAF-0092DB9000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49999" y="1334296"/>
            <a:ext cx="5473289" cy="4222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600" kern="1200" dirty="0" smtClean="0">
                <a:solidFill>
                  <a:schemeClr val="accent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914400" indent="0">
              <a:buNone/>
              <a:defRPr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>
                <a:latin typeface="Poppins" pitchFamily="2" charset="77"/>
                <a:cs typeface="Poppins" pitchFamily="2" charset="77"/>
              </a:defRPr>
            </a:lvl5pPr>
          </a:lstStyle>
          <a:p>
            <a:r>
              <a:rPr lang="en-GB" sz="1600" err="1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Imperdiet</a:t>
            </a:r>
            <a:r>
              <a:rPr lang="en-GB" sz="160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Id </a:t>
            </a:r>
            <a:r>
              <a:rPr lang="en-GB" sz="1600" err="1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Hendrerit</a:t>
            </a:r>
            <a:r>
              <a:rPr lang="en-GB" sz="160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 ExtraLight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Quisque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semper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sodales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lacus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,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nec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interdum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magna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tempor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sed. Donec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suscipit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tortor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mi, a semper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orci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convallis vitae. Ut ac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felis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sit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amet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orci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varius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facilisis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Nullam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mattis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urna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ut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lorem gravida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vehicula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Suspendisse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sed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efficitur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purus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Duis fermentum, ante ac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suscipit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egestas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, ipsum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nulla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tempus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quam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, id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ornare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nibh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eros et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elit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Etiam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nec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rutrum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elit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641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1BD215-6A35-2897-3F33-48130C3763B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1348950"/>
              </p:ext>
            </p:extLst>
          </p:nvPr>
        </p:nvGraphicFramePr>
        <p:xfrm>
          <a:off x="368709" y="1371175"/>
          <a:ext cx="11454580" cy="463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916">
                  <a:extLst>
                    <a:ext uri="{9D8B030D-6E8A-4147-A177-3AD203B41FA5}">
                      <a16:colId xmlns:a16="http://schemas.microsoft.com/office/drawing/2014/main" val="4064812117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82523376"/>
                    </a:ext>
                  </a:extLst>
                </a:gridCol>
                <a:gridCol w="4581832">
                  <a:extLst>
                    <a:ext uri="{9D8B030D-6E8A-4147-A177-3AD203B41FA5}">
                      <a16:colId xmlns:a16="http://schemas.microsoft.com/office/drawing/2014/main" val="3986791649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924022622"/>
                    </a:ext>
                  </a:extLst>
                </a:gridCol>
              </a:tblGrid>
              <a:tr h="1854860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200" kern="1200">
                        <a:solidFill>
                          <a:schemeClr val="tx1"/>
                        </a:solidFill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78626"/>
                  </a:ext>
                </a:extLst>
              </a:tr>
              <a:tr h="927430">
                <a:tc rowSpan="2" gridSpan="2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969163"/>
                  </a:ext>
                </a:extLst>
              </a:tr>
              <a:tr h="927430">
                <a:tc gridSpan="2"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983946"/>
                  </a:ext>
                </a:extLst>
              </a:tr>
              <a:tr h="92743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119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2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5C10516-B8F4-3912-2480-3798C6DE3A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27800" y="1329420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F8BEBD34-79AB-7F9F-2053-BC6BE04E19B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27800" y="2552907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BC6B16CA-DE5F-E5F3-1D8C-15B32A5852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27800" y="3827142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3449D407-34D3-E0B7-6872-6A6FCD43E7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27800" y="5101377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8D14B1B6-9E93-9441-74F5-198487C62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0924" y="1323571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70508B80-6D7C-BBD3-06AB-684F4B41D9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0924" y="2540795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DDC05343-6BAD-C056-0E4C-3DFD16BB8C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00924" y="3817077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375608E-1A1B-BA45-C7FF-B29DAAF7AB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0924" y="5101377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64159347-6851-CC7C-E53E-8422FE93EC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4678" y="1344509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0" name="Picture Placeholder 15">
            <a:extLst>
              <a:ext uri="{FF2B5EF4-FFF2-40B4-BE49-F238E27FC236}">
                <a16:creationId xmlns:a16="http://schemas.microsoft.com/office/drawing/2014/main" id="{76DD9066-7481-8F0C-731D-01EADF0175D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4678" y="2567996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1" name="Picture Placeholder 15">
            <a:extLst>
              <a:ext uri="{FF2B5EF4-FFF2-40B4-BE49-F238E27FC236}">
                <a16:creationId xmlns:a16="http://schemas.microsoft.com/office/drawing/2014/main" id="{D7DE1E0B-1479-EB79-7428-D7D6C6727F9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4678" y="3842231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2" name="Picture Placeholder 15">
            <a:extLst>
              <a:ext uri="{FF2B5EF4-FFF2-40B4-BE49-F238E27FC236}">
                <a16:creationId xmlns:a16="http://schemas.microsoft.com/office/drawing/2014/main" id="{3A6CA53E-907A-8AB0-0A31-F30A3F0CBEC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678" y="5116466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3" name="Text Placeholder 20">
            <a:extLst>
              <a:ext uri="{FF2B5EF4-FFF2-40B4-BE49-F238E27FC236}">
                <a16:creationId xmlns:a16="http://schemas.microsoft.com/office/drawing/2014/main" id="{4BB8248E-05F4-1A93-BA36-23737FDDD0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7802" y="1338660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54" name="Text Placeholder 20">
            <a:extLst>
              <a:ext uri="{FF2B5EF4-FFF2-40B4-BE49-F238E27FC236}">
                <a16:creationId xmlns:a16="http://schemas.microsoft.com/office/drawing/2014/main" id="{D40790E6-6557-1137-DFE4-90F90AB934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7802" y="2555884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645844FC-0883-3C53-4436-5A9E3DA416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7802" y="3832166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9B85D3C7-DE6D-9072-3553-58F6E2C8F0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7802" y="5116466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6436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66A29-86BB-3679-1E11-AB7B193D0D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0C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5C10516-B8F4-3912-2480-3798C6DE3A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27800" y="1329420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F8BEBD34-79AB-7F9F-2053-BC6BE04E19B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27800" y="2552907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BC6B16CA-DE5F-E5F3-1D8C-15B32A5852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27800" y="3827142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3449D407-34D3-E0B7-6872-6A6FCD43E7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27800" y="5101377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8D14B1B6-9E93-9441-74F5-198487C62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0924" y="1323571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70508B80-6D7C-BBD3-06AB-684F4B41D9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0924" y="2540795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DDC05343-6BAD-C056-0E4C-3DFD16BB8C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00924" y="3817077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375608E-1A1B-BA45-C7FF-B29DAAF7AB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0924" y="5101377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64159347-6851-CC7C-E53E-8422FE93EC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4678" y="1344509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0" name="Picture Placeholder 15">
            <a:extLst>
              <a:ext uri="{FF2B5EF4-FFF2-40B4-BE49-F238E27FC236}">
                <a16:creationId xmlns:a16="http://schemas.microsoft.com/office/drawing/2014/main" id="{76DD9066-7481-8F0C-731D-01EADF0175D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4678" y="2567996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1" name="Picture Placeholder 15">
            <a:extLst>
              <a:ext uri="{FF2B5EF4-FFF2-40B4-BE49-F238E27FC236}">
                <a16:creationId xmlns:a16="http://schemas.microsoft.com/office/drawing/2014/main" id="{D7DE1E0B-1479-EB79-7428-D7D6C6727F9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4678" y="3842231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2" name="Picture Placeholder 15">
            <a:extLst>
              <a:ext uri="{FF2B5EF4-FFF2-40B4-BE49-F238E27FC236}">
                <a16:creationId xmlns:a16="http://schemas.microsoft.com/office/drawing/2014/main" id="{3A6CA53E-907A-8AB0-0A31-F30A3F0CBEC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678" y="5116466"/>
            <a:ext cx="698500" cy="69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sz="1000"/>
              <a:t>Add icon</a:t>
            </a:r>
            <a:endParaRPr lang="en-GB"/>
          </a:p>
        </p:txBody>
      </p:sp>
      <p:sp>
        <p:nvSpPr>
          <p:cNvPr id="53" name="Text Placeholder 20">
            <a:extLst>
              <a:ext uri="{FF2B5EF4-FFF2-40B4-BE49-F238E27FC236}">
                <a16:creationId xmlns:a16="http://schemas.microsoft.com/office/drawing/2014/main" id="{4BB8248E-05F4-1A93-BA36-23737FDDD0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7802" y="1338660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54" name="Text Placeholder 20">
            <a:extLst>
              <a:ext uri="{FF2B5EF4-FFF2-40B4-BE49-F238E27FC236}">
                <a16:creationId xmlns:a16="http://schemas.microsoft.com/office/drawing/2014/main" id="{D40790E6-6557-1137-DFE4-90F90AB934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7802" y="2555884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645844FC-0883-3C53-4436-5A9E3DA416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7802" y="3832166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9B85D3C7-DE6D-9072-3553-58F6E2C8F0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7802" y="5116466"/>
            <a:ext cx="4216399" cy="9231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GB" sz="1600" kern="1200" dirty="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2pPr>
            <a:lvl3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3pPr>
            <a:lvl4pPr marL="0" indent="0" algn="l" defTabSz="914400" rtl="0" eaLnBrk="1" latinLnBrk="0" hangingPunct="1">
              <a:buNone/>
              <a:defRPr lang="en-GB" sz="1100" kern="1200" dirty="0" smtClean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4pPr>
            <a:lvl5pPr marL="0" indent="0" algn="l" defTabSz="914400" rtl="0" eaLnBrk="1" latinLnBrk="0" hangingPunct="1">
              <a:buNone/>
              <a:defRPr lang="en-GB" sz="1100" kern="1200" dirty="0">
                <a:solidFill>
                  <a:schemeClr val="tx1"/>
                </a:solidFill>
                <a:latin typeface="Poppins ExtraLight" pitchFamily="2" charset="77"/>
                <a:ea typeface="+mn-ea"/>
                <a:cs typeface="Poppins" pitchFamily="2" charset="77"/>
              </a:defRPr>
            </a:lvl5pPr>
          </a:lstStyle>
          <a:p>
            <a:pPr lvl="0"/>
            <a:r>
              <a:rPr lang="en-GB"/>
              <a:t>Ut Ac Felis Sit </a:t>
            </a:r>
            <a:r>
              <a:rPr lang="en-GB" err="1"/>
              <a:t>Amet</a:t>
            </a:r>
            <a:endParaRPr lang="en-GB"/>
          </a:p>
          <a:p>
            <a:r>
              <a:rPr lang="en-GB" sz="1100">
                <a:latin typeface="Poppins ExtraLight" pitchFamily="2" charset="77"/>
                <a:cs typeface="Poppins" pitchFamily="2" charset="77"/>
              </a:rPr>
              <a:t>Ut ac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felis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sit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amet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orci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varius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facilisis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Nullam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mattis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urna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ut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lorem gravida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vehicula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Suspendisse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sed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efficitur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 </a:t>
            </a:r>
            <a:r>
              <a:rPr lang="en-GB" sz="1100" err="1">
                <a:latin typeface="Poppins ExtraLight" pitchFamily="2" charset="77"/>
                <a:cs typeface="Poppins" pitchFamily="2" charset="77"/>
              </a:rPr>
              <a:t>purus</a:t>
            </a:r>
            <a:r>
              <a:rPr lang="en-GB" sz="1100">
                <a:latin typeface="Poppins ExtraLight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20935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054D53-F719-B1D5-7C69-9A09A575984F}"/>
              </a:ext>
            </a:extLst>
          </p:cNvPr>
          <p:cNvSpPr/>
          <p:nvPr userDrawn="1"/>
        </p:nvSpPr>
        <p:spPr>
          <a:xfrm>
            <a:off x="0" y="0"/>
            <a:ext cx="5321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86A9C-8D57-E5D4-360F-5EC1072AA7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594" y="6338150"/>
            <a:ext cx="1065031" cy="160314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2A318043-0031-EDB2-0AE1-43D6C9068D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4952590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bg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D0C858-FA15-9E62-BC0A-D761752F45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710" y="1719089"/>
            <a:ext cx="4292190" cy="18526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GB" sz="11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err="1"/>
              <a:t>Quisque</a:t>
            </a:r>
            <a:r>
              <a:rPr lang="en-GB"/>
              <a:t> semper </a:t>
            </a:r>
            <a:r>
              <a:rPr lang="en-GB" err="1"/>
              <a:t>sodales</a:t>
            </a:r>
            <a:r>
              <a:rPr lang="en-GB"/>
              <a:t> </a:t>
            </a:r>
            <a:r>
              <a:rPr lang="en-GB" err="1"/>
              <a:t>lacus</a:t>
            </a:r>
            <a:r>
              <a:rPr lang="en-GB"/>
              <a:t>,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interdum</a:t>
            </a:r>
            <a:r>
              <a:rPr lang="en-GB"/>
              <a:t> magna </a:t>
            </a:r>
            <a:r>
              <a:rPr lang="en-GB" err="1"/>
              <a:t>tempor</a:t>
            </a:r>
            <a:r>
              <a:rPr lang="en-GB"/>
              <a:t> sed. Donec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tortor</a:t>
            </a:r>
            <a:r>
              <a:rPr lang="en-GB"/>
              <a:t> mi, a semper </a:t>
            </a:r>
            <a:r>
              <a:rPr lang="en-GB" err="1"/>
              <a:t>orci</a:t>
            </a:r>
            <a:r>
              <a:rPr lang="en-GB"/>
              <a:t> convallis vitae. Ut ac </a:t>
            </a:r>
            <a:r>
              <a:rPr lang="en-GB" err="1"/>
              <a:t>felis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varius</a:t>
            </a:r>
            <a:r>
              <a:rPr lang="en-GB"/>
              <a:t> </a:t>
            </a:r>
            <a:r>
              <a:rPr lang="en-GB" err="1"/>
              <a:t>facilisis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mattis</a:t>
            </a:r>
            <a:r>
              <a:rPr lang="en-GB"/>
              <a:t> </a:t>
            </a:r>
            <a:r>
              <a:rPr lang="en-GB" err="1"/>
              <a:t>urna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lorem gravida </a:t>
            </a:r>
            <a:r>
              <a:rPr lang="en-GB" err="1"/>
              <a:t>vehicula</a:t>
            </a:r>
            <a:r>
              <a:rPr lang="en-GB"/>
              <a:t>. </a:t>
            </a:r>
            <a:r>
              <a:rPr lang="en-GB" err="1"/>
              <a:t>Suspendisse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efficitur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Duis fermentum, ante ac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egestas</a:t>
            </a:r>
            <a:r>
              <a:rPr lang="en-GB"/>
              <a:t>, ipsum </a:t>
            </a:r>
            <a:r>
              <a:rPr lang="en-GB" err="1"/>
              <a:t>nulla</a:t>
            </a:r>
            <a:r>
              <a:rPr lang="en-GB"/>
              <a:t> tempus </a:t>
            </a:r>
            <a:r>
              <a:rPr lang="en-GB" err="1"/>
              <a:t>quam</a:t>
            </a:r>
            <a:r>
              <a:rPr lang="en-GB"/>
              <a:t>, id </a:t>
            </a:r>
            <a:r>
              <a:rPr lang="en-GB" err="1"/>
              <a:t>ornare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eros et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rutrum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C23B69A-4D90-B600-CC9A-0CF8778D6B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710" y="1334296"/>
            <a:ext cx="4292190" cy="28540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GB" sz="16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err="1"/>
              <a:t>Imperdiet</a:t>
            </a:r>
            <a:r>
              <a:rPr lang="en-GB"/>
              <a:t> Id </a:t>
            </a:r>
            <a:r>
              <a:rPr lang="en-GB" err="1"/>
              <a:t>Hendrerit</a:t>
            </a:r>
            <a:r>
              <a:rPr lang="en-GB"/>
              <a:t> 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39AF29A-FBB6-58F9-B367-3FCCCE641AB1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0AB47-D186-A200-C3FA-64A53102FE80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21683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66A29-86BB-3679-1E11-AB7B193D0DA4}"/>
              </a:ext>
            </a:extLst>
          </p:cNvPr>
          <p:cNvSpPr/>
          <p:nvPr userDrawn="1"/>
        </p:nvSpPr>
        <p:spPr>
          <a:xfrm>
            <a:off x="0" y="0"/>
            <a:ext cx="5321300" cy="6858000"/>
          </a:xfrm>
          <a:prstGeom prst="rect">
            <a:avLst/>
          </a:prstGeom>
          <a:solidFill>
            <a:srgbClr val="FFE0C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1" y="414044"/>
            <a:ext cx="4952590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4456634-104E-E24F-CCAD-6B60B4D1F9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710" y="1719089"/>
            <a:ext cx="4292190" cy="18526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GB" sz="11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ExtraLight" pitchFamily="2" charset="77"/>
                <a:ea typeface="+mn-ea"/>
                <a:cs typeface="Poppins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err="1"/>
              <a:t>Quisque</a:t>
            </a:r>
            <a:r>
              <a:rPr lang="en-GB"/>
              <a:t> semper </a:t>
            </a:r>
            <a:r>
              <a:rPr lang="en-GB" err="1"/>
              <a:t>sodales</a:t>
            </a:r>
            <a:r>
              <a:rPr lang="en-GB"/>
              <a:t> </a:t>
            </a:r>
            <a:r>
              <a:rPr lang="en-GB" err="1"/>
              <a:t>lacus</a:t>
            </a:r>
            <a:r>
              <a:rPr lang="en-GB"/>
              <a:t>,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interdum</a:t>
            </a:r>
            <a:r>
              <a:rPr lang="en-GB"/>
              <a:t> magna </a:t>
            </a:r>
            <a:r>
              <a:rPr lang="en-GB" err="1"/>
              <a:t>tempor</a:t>
            </a:r>
            <a:r>
              <a:rPr lang="en-GB"/>
              <a:t> sed. Donec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tortor</a:t>
            </a:r>
            <a:r>
              <a:rPr lang="en-GB"/>
              <a:t> mi, a semper </a:t>
            </a:r>
            <a:r>
              <a:rPr lang="en-GB" err="1"/>
              <a:t>orci</a:t>
            </a:r>
            <a:r>
              <a:rPr lang="en-GB"/>
              <a:t> convallis vitae. Ut ac </a:t>
            </a:r>
            <a:r>
              <a:rPr lang="en-GB" err="1"/>
              <a:t>felis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varius</a:t>
            </a:r>
            <a:r>
              <a:rPr lang="en-GB"/>
              <a:t> </a:t>
            </a:r>
            <a:r>
              <a:rPr lang="en-GB" err="1"/>
              <a:t>facilisis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mattis</a:t>
            </a:r>
            <a:r>
              <a:rPr lang="en-GB"/>
              <a:t> </a:t>
            </a:r>
            <a:r>
              <a:rPr lang="en-GB" err="1"/>
              <a:t>urna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lorem gravida </a:t>
            </a:r>
            <a:r>
              <a:rPr lang="en-GB" err="1"/>
              <a:t>vehicula</a:t>
            </a:r>
            <a:r>
              <a:rPr lang="en-GB"/>
              <a:t>. </a:t>
            </a:r>
            <a:r>
              <a:rPr lang="en-GB" err="1"/>
              <a:t>Suspendisse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efficitur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Duis fermentum, ante ac </a:t>
            </a:r>
            <a:r>
              <a:rPr lang="en-GB" err="1"/>
              <a:t>suscipit</a:t>
            </a:r>
            <a:r>
              <a:rPr lang="en-GB"/>
              <a:t> </a:t>
            </a:r>
            <a:r>
              <a:rPr lang="en-GB" err="1"/>
              <a:t>egestas</a:t>
            </a:r>
            <a:r>
              <a:rPr lang="en-GB"/>
              <a:t>, ipsum </a:t>
            </a:r>
            <a:r>
              <a:rPr lang="en-GB" err="1"/>
              <a:t>nulla</a:t>
            </a:r>
            <a:r>
              <a:rPr lang="en-GB"/>
              <a:t> tempus </a:t>
            </a:r>
            <a:r>
              <a:rPr lang="en-GB" err="1"/>
              <a:t>quam</a:t>
            </a:r>
            <a:r>
              <a:rPr lang="en-GB"/>
              <a:t>, id </a:t>
            </a:r>
            <a:r>
              <a:rPr lang="en-GB" err="1"/>
              <a:t>ornare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eros et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rutrum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ABDAC7F-94A2-7057-6D68-60E9051DB6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710" y="1334296"/>
            <a:ext cx="4292190" cy="28540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GB" sz="1600" b="0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err="1"/>
              <a:t>Imperdiet</a:t>
            </a:r>
            <a:r>
              <a:rPr lang="en-GB"/>
              <a:t> Id </a:t>
            </a:r>
            <a:r>
              <a:rPr lang="en-GB" err="1"/>
              <a:t>Hendrerit</a:t>
            </a:r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111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Mounta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range with snow on the top  Description automatically generated">
            <a:extLst>
              <a:ext uri="{FF2B5EF4-FFF2-40B4-BE49-F238E27FC236}">
                <a16:creationId xmlns:a16="http://schemas.microsoft.com/office/drawing/2014/main" id="{2163A322-2EC9-A5C8-FB75-C74155E91D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1DE87B4C-63D2-CCBA-411E-D0B0C7B8B51F}"/>
              </a:ext>
            </a:extLst>
          </p:cNvPr>
          <p:cNvSpPr/>
          <p:nvPr userDrawn="1"/>
        </p:nvSpPr>
        <p:spPr>
          <a:xfrm rot="5400000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653AA-2580-07E5-59FE-0E4589BA50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AB8501-9227-5126-B352-C92960F458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429000"/>
            <a:ext cx="7055346" cy="254961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tabLst>
                <a:tab pos="352425" algn="l"/>
              </a:tabLst>
              <a:defRPr sz="24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Lennard Yong, Group CEO</a:t>
            </a:r>
          </a:p>
          <a:p>
            <a:pPr lvl="0"/>
            <a:r>
              <a:rPr lang="en-GB"/>
              <a:t>E	: </a:t>
            </a:r>
            <a:r>
              <a:rPr lang="en-GB" err="1"/>
              <a:t>lennard.yong@ascendr.com</a:t>
            </a:r>
            <a:endParaRPr lang="en-GB"/>
          </a:p>
          <a:p>
            <a:pPr lvl="0"/>
            <a:r>
              <a:rPr lang="en-GB"/>
              <a:t>M	: +852 9531 3385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24A32AD-5B39-E2AE-E60F-63887D21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3899708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1653AA-2580-07E5-59FE-0E4589BA50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AB8501-9227-5126-B352-C92960F458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429000"/>
            <a:ext cx="7055346" cy="254961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tabLst>
                <a:tab pos="352425" algn="l"/>
              </a:tabLst>
              <a:defRPr sz="240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Lennard Yong, Group CEO</a:t>
            </a:r>
          </a:p>
          <a:p>
            <a:pPr lvl="0"/>
            <a:r>
              <a:rPr lang="en-GB"/>
              <a:t>E	: </a:t>
            </a:r>
            <a:r>
              <a:rPr lang="en-GB" err="1"/>
              <a:t>lennard.yong@ascendr.com</a:t>
            </a:r>
            <a:endParaRPr lang="en-GB"/>
          </a:p>
          <a:p>
            <a:pPr lvl="0"/>
            <a:r>
              <a:rPr lang="en-GB"/>
              <a:t>M	: +852 9531 3385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24A32AD-5B39-E2AE-E60F-63887D21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Contact Us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01AB3247-07E0-E9EA-CC13-7E82084626DB}"/>
              </a:ext>
            </a:extLst>
          </p:cNvPr>
          <p:cNvSpPr/>
          <p:nvPr userDrawn="1"/>
        </p:nvSpPr>
        <p:spPr>
          <a:xfrm rot="10800000" flipV="1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095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8DCBA5-7DAB-8BFC-2DE0-75F73CC5E9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9055F-DB3D-3A6D-7D03-FE45D6A0D9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594" y="6338150"/>
            <a:ext cx="1065031" cy="160314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8E21C094-C6A9-B03B-A3B1-9494C85531E8}"/>
              </a:ext>
            </a:extLst>
          </p:cNvPr>
          <p:cNvSpPr/>
          <p:nvPr userDrawn="1"/>
        </p:nvSpPr>
        <p:spPr>
          <a:xfrm rot="10800000" flipV="1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AB8501-9227-5126-B352-C92960F458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710" y="3429000"/>
            <a:ext cx="7055346" cy="254961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tabLst>
                <a:tab pos="352425" algn="l"/>
              </a:tabLst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80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280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280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28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Lennard Yong, Group CEO</a:t>
            </a:r>
          </a:p>
          <a:p>
            <a:pPr lvl="0"/>
            <a:r>
              <a:rPr lang="en-GB"/>
              <a:t>E	: </a:t>
            </a:r>
            <a:r>
              <a:rPr lang="en-GB" err="1"/>
              <a:t>lennard.yong@ascendr.com</a:t>
            </a:r>
            <a:endParaRPr lang="en-GB"/>
          </a:p>
          <a:p>
            <a:pPr lvl="0"/>
            <a:r>
              <a:rPr lang="en-GB"/>
              <a:t>M	: +852 9531 3385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24A32AD-5B39-E2AE-E60F-63887D21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bg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2686282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Mounta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range with snow on the top  Description automatically generated">
            <a:extLst>
              <a:ext uri="{FF2B5EF4-FFF2-40B4-BE49-F238E27FC236}">
                <a16:creationId xmlns:a16="http://schemas.microsoft.com/office/drawing/2014/main" id="{2163A322-2EC9-A5C8-FB75-C74155E91D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1DE87B4C-63D2-CCBA-411E-D0B0C7B8B51F}"/>
              </a:ext>
            </a:extLst>
          </p:cNvPr>
          <p:cNvSpPr/>
          <p:nvPr userDrawn="1"/>
        </p:nvSpPr>
        <p:spPr>
          <a:xfrm rot="5400000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653AA-2580-07E5-59FE-0E4589BA50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24A32AD-5B39-E2AE-E60F-63887D21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2534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1653AA-2580-07E5-59FE-0E4589BA50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24A32AD-5B39-E2AE-E60F-63887D21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Thank You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01AB3247-07E0-E9EA-CC13-7E82084626DB}"/>
              </a:ext>
            </a:extLst>
          </p:cNvPr>
          <p:cNvSpPr/>
          <p:nvPr userDrawn="1"/>
        </p:nvSpPr>
        <p:spPr>
          <a:xfrm rot="10800000" flipV="1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86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8DCBA5-7DAB-8BFC-2DE0-75F73CC5E9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9055F-DB3D-3A6D-7D03-FE45D6A0D9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594" y="6338150"/>
            <a:ext cx="1065031" cy="160314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8E21C094-C6A9-B03B-A3B1-9494C85531E8}"/>
              </a:ext>
            </a:extLst>
          </p:cNvPr>
          <p:cNvSpPr/>
          <p:nvPr userDrawn="1"/>
        </p:nvSpPr>
        <p:spPr>
          <a:xfrm rot="10800000" flipV="1">
            <a:off x="8412059" y="178445"/>
            <a:ext cx="3601838" cy="3592286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24A32AD-5B39-E2AE-E60F-63887D21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80" y="1974588"/>
            <a:ext cx="5807075" cy="882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5400" b="1" kern="1200" dirty="0">
                <a:solidFill>
                  <a:schemeClr val="bg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830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</p:spTree>
    <p:extLst>
      <p:ext uri="{BB962C8B-B14F-4D97-AF65-F5344CB8AC3E}">
        <p14:creationId xmlns:p14="http://schemas.microsoft.com/office/powerpoint/2010/main" val="1015772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lide -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14E692-F935-2869-A78D-048B6407A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B488-A99F-96DD-EB49-ED7AB21EF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10" y="6337843"/>
            <a:ext cx="1066800" cy="160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tx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</p:spTree>
    <p:extLst>
      <p:ext uri="{BB962C8B-B14F-4D97-AF65-F5344CB8AC3E}">
        <p14:creationId xmlns:p14="http://schemas.microsoft.com/office/powerpoint/2010/main" val="357453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lide - Mid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A644C1-2625-CE59-0A23-3B2561B9AC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BC59F3D-702B-90CE-1195-33AE44C500C7}"/>
              </a:ext>
            </a:extLst>
          </p:cNvPr>
          <p:cNvSpPr/>
          <p:nvPr userDrawn="1"/>
        </p:nvSpPr>
        <p:spPr>
          <a:xfrm rot="5400000">
            <a:off x="10926875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4363DE-B387-4D30-45DD-816C3A085ACC}"/>
              </a:ext>
            </a:extLst>
          </p:cNvPr>
          <p:cNvSpPr txBox="1"/>
          <p:nvPr userDrawn="1"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72A9675-9369-FE4B-8E0C-AE367A2D1D57}" type="slidenum">
              <a:rPr lang="en-GB" sz="80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‹#›</a:t>
            </a:fld>
            <a:endParaRPr lang="en-GB" sz="8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4F8D764-A9AA-5E4B-D8CA-4FC93AD4E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710" y="414044"/>
            <a:ext cx="10399695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2800" b="1" kern="1200" dirty="0">
                <a:solidFill>
                  <a:schemeClr val="bg1"/>
                </a:solidFill>
                <a:latin typeface="Poppins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Type Heading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8FA18-E5A2-5C50-DED9-D14946540F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710" y="6338150"/>
            <a:ext cx="1066800" cy="16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56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9514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4EF5-CAF6-ED68-F693-A16B9D09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A4E05-2C17-F8C9-5CD4-91F390965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67F7-5DC8-4169-6947-884DA2CE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4F9-A5CC-9043-BDEC-04813066CA65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D3778-2B5C-3510-59F5-1E92DE02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6EF11-DA37-AC9B-B5DE-CFB88852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E5D9-5872-5846-939C-4B42778CC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855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B590-7A72-94A6-A27F-251A3CA80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A309D-A2E3-F367-4072-C64CFC713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E690-C3E5-8BE2-9F63-62F09398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61AC5-D304-41BD-A1E6-BDFA7DB0A4A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17039-A10E-C604-727D-DCCCCB64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FBA30-521A-2DB9-26EC-B26E42A1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F0E3-E7A1-47E1-8260-882790E24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56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C83C-C06D-1999-E5E4-4AF044916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9F09F-3409-6C81-7E4A-6F56A860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4F9-A5CC-9043-BDEC-04813066CA65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616D1-62C7-B1CE-E4CC-B4F61260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0D68E-741E-41EE-D33C-0169BA37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E5D9-5872-5846-939C-4B42778CC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018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lean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Freeform 5"/>
          <p:cNvSpPr/>
          <p:nvPr/>
        </p:nvSpPr>
        <p:spPr>
          <a:xfrm rot="5400000">
            <a:off x="10926874" y="1680"/>
            <a:ext cx="1266806" cy="12634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54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2977" y="0"/>
                </a:lnTo>
                <a:lnTo>
                  <a:pt x="12977" y="0"/>
                </a:lnTo>
                <a:lnTo>
                  <a:pt x="21600" y="0"/>
                </a:lnTo>
                <a:lnTo>
                  <a:pt x="21600" y="12954"/>
                </a:lnTo>
                <a:lnTo>
                  <a:pt x="12977" y="12954"/>
                </a:lnTo>
                <a:lnTo>
                  <a:pt x="12977" y="21600"/>
                </a:lnTo>
                <a:lnTo>
                  <a:pt x="0" y="21600"/>
                </a:lnTo>
                <a:lnTo>
                  <a:pt x="0" y="12954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4">
                    <a:hueOff val="-1737931"/>
                    <a:satOff val="-100000"/>
                    <a:lumOff val="5686"/>
                  </a:schemeClr>
                </a:solidFill>
              </a:defRPr>
            </a:pPr>
            <a:endParaRPr/>
          </a:p>
        </p:txBody>
      </p:sp>
      <p:pic>
        <p:nvPicPr>
          <p:cNvPr id="268" name="Picture 11" descr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0" y="6337842"/>
            <a:ext cx="1066801" cy="160929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06138" y="6390375"/>
            <a:ext cx="217151" cy="218441"/>
          </a:xfrm>
          <a:prstGeom prst="rect">
            <a:avLst/>
          </a:prstGeom>
        </p:spPr>
        <p:txBody>
          <a:bodyPr anchor="t"/>
          <a:lstStyle>
            <a:lvl1pPr>
              <a:defRPr sz="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7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710" y="414044"/>
            <a:ext cx="10399695" cy="5232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FontTx/>
              <a:buNone/>
              <a:defRPr b="1"/>
            </a:lvl1pPr>
            <a:lvl2pPr>
              <a:buFontTx/>
              <a:defRPr b="1"/>
            </a:lvl2pPr>
            <a:lvl3pPr>
              <a:buFontTx/>
              <a:defRPr b="1"/>
            </a:lvl3pPr>
            <a:lvl4pPr>
              <a:buFontTx/>
              <a:defRPr b="1"/>
            </a:lvl4pPr>
            <a:lvl5pPr>
              <a:buFontTx/>
              <a:defRPr b="1"/>
            </a:lvl5pPr>
          </a:lstStyle>
          <a:p>
            <a:r>
              <a:t>Type Heading Here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106678676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99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_text">
            <a:extLst>
              <a:ext uri="{FF2B5EF4-FFF2-40B4-BE49-F238E27FC236}">
                <a16:creationId xmlns:a16="http://schemas.microsoft.com/office/drawing/2014/main" id="{F9E1C230-1CA4-F8CD-A9C5-F4E739FEAF4D}"/>
              </a:ext>
            </a:extLst>
          </p:cNvPr>
          <p:cNvSpPr txBox="1"/>
          <p:nvPr/>
        </p:nvSpPr>
        <p:spPr>
          <a:xfrm>
            <a:off x="368709" y="1445373"/>
            <a:ext cx="841507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Poppins" panose="020B0604020202020204" pitchFamily="34" charset="0"/>
              </a:rPr>
              <a:t>[[client_company_name]] </a:t>
            </a:r>
            <a:r>
              <a:rPr lang="en-US" altLang="zh-CN" sz="5400" b="1" dirty="0">
                <a:latin typeface="Poppins" panose="020B0604020202020204" pitchFamily="34" charset="0"/>
              </a:rPr>
              <a:t>- </a:t>
            </a:r>
            <a:r>
              <a:rPr lang="en-US" sz="5400" b="1" dirty="0" err="1">
                <a:latin typeface="Poppins" panose="020B0604020202020204" pitchFamily="34" charset="0"/>
              </a:rPr>
              <a:t>专业服务</a:t>
            </a:r>
            <a:r>
              <a:rPr lang="zh-CN" altLang="en-US" sz="5400" b="1" dirty="0">
                <a:latin typeface="Poppins" panose="020B0604020202020204" pitchFamily="34" charset="0"/>
              </a:rPr>
              <a:t>提案</a:t>
            </a:r>
            <a:endParaRPr lang="en-US" sz="5400" b="1" dirty="0">
              <a:latin typeface="Poppins" panose="020B0604020202020204" pitchFamily="34" charset="0"/>
            </a:endParaRPr>
          </a:p>
          <a:p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FF6611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600" dirty="0">
              <a:solidFill>
                <a:srgbClr val="272C2C"/>
              </a:solidFill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>
                <a:latin typeface="Poppins"/>
              </a:rPr>
              <a:t>[[proposal_date]]</a:t>
            </a:r>
            <a:endParaRPr lang="en-GB" sz="1600" dirty="0">
              <a:solidFill>
                <a:srgbClr val="272C2C"/>
              </a:solidFill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Hans" sz="1600" b="0" dirty="0">
              <a:solidFill>
                <a:srgbClr val="FF6611"/>
              </a:solidFill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600" dirty="0">
              <a:solidFill>
                <a:srgbClr val="272C2C"/>
              </a:solidFill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FF6611"/>
                </a:solidFill>
                <a:latin typeface="Poppins" pitchFamily="2" charset="77"/>
                <a:cs typeface="Poppins" pitchFamily="2" charset="77"/>
              </a:rPr>
              <a:t>私人与机密</a:t>
            </a:r>
            <a:endParaRPr lang="en-GB" sz="1600" dirty="0">
              <a:solidFill>
                <a:srgbClr val="272C2C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801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93370-92C7-9690-A11B-CB8930B4C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45A62-C8DD-F943-5530-D88DEFBE73BF}"/>
              </a:ext>
            </a:extLst>
          </p:cNvPr>
          <p:cNvSpPr txBox="1"/>
          <p:nvPr/>
        </p:nvSpPr>
        <p:spPr>
          <a:xfrm>
            <a:off x="4367224" y="4648338"/>
            <a:ext cx="6822551" cy="1413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125373" indent="-125373" defTabSz="668655">
              <a:buClr>
                <a:srgbClr val="0C0C0C"/>
              </a:buClr>
              <a:buSzPts val="1400"/>
              <a:buFont typeface="Arial"/>
              <a:buChar char="•"/>
              <a:defRPr sz="900" b="1" kern="0">
                <a:solidFill>
                  <a:srgbClr val="0C0C0C"/>
                </a:solidFill>
                <a:latin typeface="+mj-lt"/>
                <a:ea typeface="Roboto"/>
                <a:cs typeface="Robot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70000"/>
              <a:buFont typeface="Arial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" pitchFamily="2" charset="77"/>
              </a:rPr>
              <a:t>Wendy Wang</a:t>
            </a:r>
          </a:p>
          <a:p>
            <a:pPr marL="125095" marR="0" lvl="0" indent="-125095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"/>
              </a:rPr>
              <a:t>皋翊（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"/>
              </a:rPr>
              <a:t>Ascentium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"/>
              </a:rPr>
              <a:t>）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创始管理层成员与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集团总裁​</a:t>
            </a:r>
          </a:p>
          <a:p>
            <a:pPr marL="125095" marR="0" lvl="0" indent="-125095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高瓴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Hillhouse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）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行业顾问​</a:t>
            </a:r>
          </a:p>
          <a:p>
            <a:pPr marL="125095" marR="0" lvl="0" indent="-125095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前卓佳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 Tricor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）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集团首席运营官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首席财务官（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/>
              </a:rPr>
              <a:t>2021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年退出）​</a:t>
            </a:r>
          </a:p>
          <a:p>
            <a:pPr marL="125373" marR="0" lvl="0" indent="-125373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​在商业服务行业拥有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25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年以上经验，并且是注册会计师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BC428B-B807-76D2-4BA8-32EC2E5B6C22}"/>
              </a:ext>
            </a:extLst>
          </p:cNvPr>
          <p:cNvCxnSpPr>
            <a:cxnSpLocks/>
          </p:cNvCxnSpPr>
          <p:nvPr/>
        </p:nvCxnSpPr>
        <p:spPr>
          <a:xfrm>
            <a:off x="3125750" y="4277647"/>
            <a:ext cx="77230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erson in a suit and glasses&#10;&#10;Description automatically generated">
            <a:extLst>
              <a:ext uri="{FF2B5EF4-FFF2-40B4-BE49-F238E27FC236}">
                <a16:creationId xmlns:a16="http://schemas.microsoft.com/office/drawing/2014/main" id="{CE3AB7BE-4F0C-2A9B-738D-D170A7CBDE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5770" y="2337700"/>
            <a:ext cx="1080000" cy="1080000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ADF825-9AD2-A521-502C-A693E65AB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95770" y="4648338"/>
            <a:ext cx="1080000" cy="1080000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1FEB55-52A7-9A69-4047-59E6E20D1910}"/>
              </a:ext>
            </a:extLst>
          </p:cNvPr>
          <p:cNvSpPr txBox="1"/>
          <p:nvPr/>
        </p:nvSpPr>
        <p:spPr>
          <a:xfrm>
            <a:off x="4367225" y="2337700"/>
            <a:ext cx="6822551" cy="14189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125373" indent="-125373" defTabSz="668655">
              <a:buClr>
                <a:srgbClr val="0C0C0C"/>
              </a:buClr>
              <a:buSzPts val="1400"/>
              <a:buFont typeface="Arial"/>
              <a:buChar char="•"/>
              <a:defRPr sz="900" b="1" kern="0">
                <a:solidFill>
                  <a:srgbClr val="0C0C0C"/>
                </a:solidFill>
                <a:latin typeface="+mj-lt"/>
                <a:ea typeface="Roboto"/>
                <a:cs typeface="Robot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70000"/>
              <a:buFont typeface="Arial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" pitchFamily="2" charset="77"/>
              </a:rPr>
              <a:t>Lennard Yong</a:t>
            </a:r>
          </a:p>
          <a:p>
            <a:pPr marL="125095" marR="0" lvl="0" indent="-125095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"/>
              </a:rPr>
              <a:t>皋翊（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"/>
              </a:rPr>
              <a:t>Ascentium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"/>
              </a:rPr>
              <a:t>）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创始管理层成员与集团首席执行官</a:t>
            </a:r>
          </a:p>
          <a:p>
            <a:pPr marL="125373" marR="0" lvl="0" indent="-125373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高瓴（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Hillhouse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）行业顾问​</a:t>
            </a:r>
          </a:p>
          <a:p>
            <a:pPr marL="125373" marR="0" lvl="0" indent="-125373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过去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13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年担任首席执行官，之前是卓佳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 Tricor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</a:rPr>
              <a:t>）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集团首席执行官（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2021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年退出）​</a:t>
            </a:r>
          </a:p>
          <a:p>
            <a:pPr marL="125373" marR="0" lvl="0" indent="-125373" algn="l" defTabSz="668655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在金融和专业服务行业拥有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25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年以上经验，并持有注册会计师（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CA/CP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Poppins"/>
                <a:ea typeface="Noto Sans SC"/>
                <a:cs typeface="Roboto"/>
              </a:rPr>
              <a:t>）资格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7328CB-5832-B687-3CCD-2A99B3BED53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13325" y="414338"/>
            <a:ext cx="9076873" cy="52228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+mj-ea"/>
              </a:rPr>
              <a:t>公司背景</a:t>
            </a:r>
            <a:r>
              <a:rPr lang="en-GB" altLang="zh-CN" b="1" dirty="0">
                <a:latin typeface="+mj-ea"/>
              </a:rPr>
              <a:t> </a:t>
            </a:r>
            <a:endParaRPr lang="zh-CN" altLang="en-US" b="1" dirty="0">
              <a:latin typeface="+mj-ea"/>
              <a:ea typeface="+mj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BB9FA5-17F8-DE8E-1594-A267B7D5FCA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11802" cy="6858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63D0DDC8-0A6F-6A96-3D0E-C3937F629CD0}"/>
              </a:ext>
            </a:extLst>
          </p:cNvPr>
          <p:cNvSpPr/>
          <p:nvPr/>
        </p:nvSpPr>
        <p:spPr>
          <a:xfrm rot="5400000">
            <a:off x="1146677" y="1680"/>
            <a:ext cx="1266805" cy="1263445"/>
          </a:xfrm>
          <a:custGeom>
            <a:avLst/>
            <a:gdLst>
              <a:gd name="connsiteX0" fmla="*/ 0 w 2393950"/>
              <a:gd name="connsiteY0" fmla="*/ 1431926 h 2387601"/>
              <a:gd name="connsiteX1" fmla="*/ 0 w 2393950"/>
              <a:gd name="connsiteY1" fmla="*/ 2 h 2387601"/>
              <a:gd name="connsiteX2" fmla="*/ 1 w 2393950"/>
              <a:gd name="connsiteY2" fmla="*/ 2 h 2387601"/>
              <a:gd name="connsiteX3" fmla="*/ 1 w 2393950"/>
              <a:gd name="connsiteY3" fmla="*/ 0 h 2387601"/>
              <a:gd name="connsiteX4" fmla="*/ 1438275 w 2393950"/>
              <a:gd name="connsiteY4" fmla="*/ 0 h 2387601"/>
              <a:gd name="connsiteX5" fmla="*/ 1438275 w 2393950"/>
              <a:gd name="connsiteY5" fmla="*/ 2 h 2387601"/>
              <a:gd name="connsiteX6" fmla="*/ 2393950 w 2393950"/>
              <a:gd name="connsiteY6" fmla="*/ 2 h 2387601"/>
              <a:gd name="connsiteX7" fmla="*/ 2393950 w 2393950"/>
              <a:gd name="connsiteY7" fmla="*/ 1431926 h 2387601"/>
              <a:gd name="connsiteX8" fmla="*/ 1438275 w 2393950"/>
              <a:gd name="connsiteY8" fmla="*/ 1431926 h 2387601"/>
              <a:gd name="connsiteX9" fmla="*/ 1438275 w 2393950"/>
              <a:gd name="connsiteY9" fmla="*/ 2387601 h 2387601"/>
              <a:gd name="connsiteX10" fmla="*/ 1 w 2393950"/>
              <a:gd name="connsiteY10" fmla="*/ 2387601 h 2387601"/>
              <a:gd name="connsiteX11" fmla="*/ 1 w 2393950"/>
              <a:gd name="connsiteY11" fmla="*/ 1431926 h 23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93950" h="2387601">
                <a:moveTo>
                  <a:pt x="0" y="1431926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438275" y="0"/>
                </a:lnTo>
                <a:lnTo>
                  <a:pt x="1438275" y="2"/>
                </a:lnTo>
                <a:lnTo>
                  <a:pt x="2393950" y="2"/>
                </a:lnTo>
                <a:lnTo>
                  <a:pt x="2393950" y="1431926"/>
                </a:lnTo>
                <a:lnTo>
                  <a:pt x="1438275" y="1431926"/>
                </a:lnTo>
                <a:lnTo>
                  <a:pt x="1438275" y="2387601"/>
                </a:lnTo>
                <a:lnTo>
                  <a:pt x="1" y="2387601"/>
                </a:lnTo>
                <a:lnTo>
                  <a:pt x="1" y="14319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Noto Sans SC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66A5B0-EA6B-4362-B492-4CC5A583BED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710" y="6338150"/>
            <a:ext cx="1066800" cy="1603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1B7DD4-7EDC-460D-9A1A-3ACD24AE0DEE}"/>
              </a:ext>
            </a:extLst>
          </p:cNvPr>
          <p:cNvSpPr txBox="1"/>
          <p:nvPr/>
        </p:nvSpPr>
        <p:spPr>
          <a:xfrm>
            <a:off x="11310257" y="6390375"/>
            <a:ext cx="5130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2A9675-9369-FE4B-8E0C-AE367A2D1D57}" type="slidenum"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/>
                <a:cs typeface="Poppins" pitchFamily="2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/>
              <a:cs typeface="Poppins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664FF6-A2F4-0618-93F3-8521B4F788BC}"/>
              </a:ext>
            </a:extLst>
          </p:cNvPr>
          <p:cNvSpPr txBox="1"/>
          <p:nvPr/>
        </p:nvSpPr>
        <p:spPr>
          <a:xfrm>
            <a:off x="2815892" y="1542813"/>
            <a:ext cx="8494365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创始管理层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9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DC73-4390-CC39-DEAC-5291EF9E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7CEC0-B952-9014-FFCC-EAA8805FBFA5}"/>
              </a:ext>
            </a:extLst>
          </p:cNvPr>
          <p:cNvSpPr txBox="1"/>
          <p:nvPr/>
        </p:nvSpPr>
        <p:spPr>
          <a:xfrm>
            <a:off x="368710" y="361538"/>
            <a:ext cx="1030912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 lvl="0">
              <a:defRPr/>
            </a:pPr>
            <a:r>
              <a:rPr lang="zh-CN" sz="2800" b="1" noProof="0" dirty="0">
                <a:latin typeface="Noto Sans SC" panose="020B0200000000000000" pitchFamily="34" charset="-128"/>
                <a:ea typeface="Noto Sans SC" panose="020B0200000000000000" pitchFamily="34" charset="-128"/>
              </a:rPr>
              <a:t>皋翊是您值得信赖的合作伙伴</a:t>
            </a:r>
            <a:endParaRPr kumimoji="0" lang="zh-CN" sz="2800" b="1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56BE7B7-0CB1-8F9C-BA75-BD288FA875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4931" y="1702063"/>
            <a:ext cx="463781" cy="43259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7C7223A-12D5-BB0A-25AA-23883C17B99A}"/>
              </a:ext>
            </a:extLst>
          </p:cNvPr>
          <p:cNvSpPr txBox="1"/>
          <p:nvPr/>
        </p:nvSpPr>
        <p:spPr>
          <a:xfrm>
            <a:off x="6772545" y="1628634"/>
            <a:ext cx="16990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sz="2000" b="1" noProof="0">
                <a:solidFill>
                  <a:srgbClr val="272C2C"/>
                </a:solidFill>
                <a:latin typeface="+mj-lt"/>
                <a:cs typeface="Poppins" pitchFamily="2" charset="77"/>
              </a:rPr>
              <a:t>58</a:t>
            </a:r>
            <a:endParaRPr kumimoji="0" lang="zh-CN" sz="2000" b="1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sz="1200" noProof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座服务城市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38" name="Picture 37" descr="A orange line with a gear on a folder&#10;&#10;Description automatically generated with medium confidence">
            <a:extLst>
              <a:ext uri="{FF2B5EF4-FFF2-40B4-BE49-F238E27FC236}">
                <a16:creationId xmlns:a16="http://schemas.microsoft.com/office/drawing/2014/main" id="{1487F895-7D26-1A07-575C-0CCB744D241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7988" y="1704689"/>
            <a:ext cx="470917" cy="470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E8C131-94CD-61FB-316B-A6258630685E}"/>
              </a:ext>
            </a:extLst>
          </p:cNvPr>
          <p:cNvSpPr txBox="1"/>
          <p:nvPr/>
        </p:nvSpPr>
        <p:spPr>
          <a:xfrm>
            <a:off x="4216268" y="1628634"/>
            <a:ext cx="1727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50+</a:t>
            </a:r>
          </a:p>
          <a:p>
            <a:pPr lvl="0">
              <a:defRPr/>
            </a:pPr>
            <a:r>
              <a:rPr lang="zh-CN" sz="1200" noProof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年运营经验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37" name="Picture 36" descr="A orange and black map with a pin on it&#10;&#10;Description automatically generated">
            <a:extLst>
              <a:ext uri="{FF2B5EF4-FFF2-40B4-BE49-F238E27FC236}">
                <a16:creationId xmlns:a16="http://schemas.microsoft.com/office/drawing/2014/main" id="{864C3629-F1FE-42D6-B8A2-8A5263519B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4719" y="1628634"/>
            <a:ext cx="463781" cy="4696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571351-79DE-42CD-D95F-8AF579B31891}"/>
              </a:ext>
            </a:extLst>
          </p:cNvPr>
          <p:cNvSpPr txBox="1"/>
          <p:nvPr/>
        </p:nvSpPr>
        <p:spPr>
          <a:xfrm>
            <a:off x="9473598" y="1628634"/>
            <a:ext cx="1392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27</a:t>
            </a:r>
            <a:endParaRPr kumimoji="0" lang="zh-CN" sz="20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sz="1200" noProof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覆盖 </a:t>
            </a:r>
            <a:r>
              <a:rPr lang="zh-CN" sz="1200" noProof="0">
                <a:solidFill>
                  <a:srgbClr val="272C2C"/>
                </a:solidFill>
                <a:ea typeface="Noto Sans SC" panose="020B0200000000000000" pitchFamily="34" charset="-128"/>
                <a:cs typeface="Poppins Light" panose="00000400000000000000" pitchFamily="2" charset="0"/>
              </a:rPr>
              <a:t>27</a:t>
            </a:r>
            <a:r>
              <a:rPr lang="zh-CN" sz="1200" noProof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 个市场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4" name="Picture 2" descr="Male colleague smiling at another colleague in an office">
            <a:extLst>
              <a:ext uri="{FF2B5EF4-FFF2-40B4-BE49-F238E27FC236}">
                <a16:creationId xmlns:a16="http://schemas.microsoft.com/office/drawing/2014/main" id="{E57163F9-E18C-A06A-A73D-F100E1877A58}"/>
              </a:ext>
            </a:extLst>
          </p:cNvPr>
          <p:cNvPicPr>
            <a:picLocks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6386" y="1068371"/>
            <a:ext cx="2638146" cy="1516796"/>
          </a:xfrm>
          <a:prstGeom prst="rect">
            <a:avLst/>
          </a:prstGeom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FC191CB2-B735-C634-F211-3E5E32D00154}"/>
              </a:ext>
            </a:extLst>
          </p:cNvPr>
          <p:cNvPicPr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6385" y="2872190"/>
            <a:ext cx="2638147" cy="1516797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F079397D-4497-E4CD-AEE1-33F9CEFC9436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81"/>
          <a:stretch/>
        </p:blipFill>
        <p:spPr bwMode="auto">
          <a:xfrm>
            <a:off x="496386" y="4697129"/>
            <a:ext cx="2638146" cy="151679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C87DD39-8689-9FC8-4461-C919C6A8CAA1}"/>
              </a:ext>
            </a:extLst>
          </p:cNvPr>
          <p:cNvSpPr txBox="1"/>
          <p:nvPr/>
        </p:nvSpPr>
        <p:spPr>
          <a:xfrm>
            <a:off x="6772545" y="3434902"/>
            <a:ext cx="20306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5,400+</a:t>
            </a:r>
            <a:endParaRPr kumimoji="0" lang="zh-CN" sz="20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家新成立公司</a:t>
            </a:r>
            <a:r>
              <a:rPr lang="zh-CN" altLang="en-US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（</a:t>
            </a: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每年</a:t>
            </a:r>
            <a:r>
              <a:rPr lang="zh-CN" altLang="en-US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）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376570-C57D-EE41-EF6C-0DFD9B4B87DB}"/>
              </a:ext>
            </a:extLst>
          </p:cNvPr>
          <p:cNvSpPr txBox="1"/>
          <p:nvPr/>
        </p:nvSpPr>
        <p:spPr>
          <a:xfrm>
            <a:off x="4216268" y="3434902"/>
            <a:ext cx="1727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2000" b="1" dirty="0">
                <a:solidFill>
                  <a:srgbClr val="272C2C"/>
                </a:solidFill>
                <a:latin typeface="+mj-lt"/>
                <a:cs typeface="Poppins" pitchFamily="2" charset="77"/>
              </a:rPr>
              <a:t>3</a:t>
            </a: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,</a:t>
            </a:r>
            <a:r>
              <a:rPr lang="en-GB" altLang="zh-CN" sz="2000" b="1" dirty="0">
                <a:solidFill>
                  <a:srgbClr val="272C2C"/>
                </a:solidFill>
                <a:latin typeface="+mj-lt"/>
                <a:cs typeface="Poppins" pitchFamily="2" charset="77"/>
              </a:rPr>
              <a:t>000</a:t>
            </a: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+</a:t>
            </a:r>
          </a:p>
          <a:p>
            <a:pPr lvl="0">
              <a:defRPr/>
            </a:pP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名专业人员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59F81D-8A09-720E-0D2B-634AE19E997F}"/>
              </a:ext>
            </a:extLst>
          </p:cNvPr>
          <p:cNvSpPr txBox="1"/>
          <p:nvPr/>
        </p:nvSpPr>
        <p:spPr>
          <a:xfrm>
            <a:off x="9473598" y="3434902"/>
            <a:ext cx="193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16,000+</a:t>
            </a:r>
            <a:endParaRPr kumimoji="0" lang="zh-CN" sz="20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份报税申报</a:t>
            </a:r>
            <a:r>
              <a:rPr lang="zh-CN" altLang="en-US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（</a:t>
            </a: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每年</a:t>
            </a:r>
            <a:r>
              <a:rPr lang="zh-CN" altLang="en-US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）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53" name="Picture 52" descr="A calculator with a percent sign&#10;&#10;Description automatically generated">
            <a:extLst>
              <a:ext uri="{FF2B5EF4-FFF2-40B4-BE49-F238E27FC236}">
                <a16:creationId xmlns:a16="http://schemas.microsoft.com/office/drawing/2014/main" id="{F3391625-E394-3919-4774-5B1EABA5713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2931" y="3433665"/>
            <a:ext cx="470917" cy="470917"/>
          </a:xfrm>
          <a:prstGeom prst="rect">
            <a:avLst/>
          </a:prstGeom>
        </p:spPr>
      </p:pic>
      <p:pic>
        <p:nvPicPr>
          <p:cNvPr id="55" name="Picture 54" descr="A orange line drawing of a balance scale&#10;&#10;Description automatically generated">
            <a:extLst>
              <a:ext uri="{FF2B5EF4-FFF2-40B4-BE49-F238E27FC236}">
                <a16:creationId xmlns:a16="http://schemas.microsoft.com/office/drawing/2014/main" id="{26D357D4-1E6A-B1D1-8A15-DBEE91472FA1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1363" y="3433665"/>
            <a:ext cx="470917" cy="470917"/>
          </a:xfrm>
          <a:prstGeom prst="rect">
            <a:avLst/>
          </a:prstGeom>
        </p:spPr>
      </p:pic>
      <p:pic>
        <p:nvPicPr>
          <p:cNvPr id="57" name="Picture 56" descr="A two orange icons on a black background&#10;&#10;Description automatically generated">
            <a:extLst>
              <a:ext uri="{FF2B5EF4-FFF2-40B4-BE49-F238E27FC236}">
                <a16:creationId xmlns:a16="http://schemas.microsoft.com/office/drawing/2014/main" id="{BEE0DE05-9494-4812-988A-A69B57116BAE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1556" y="3437106"/>
            <a:ext cx="463781" cy="46968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BB3F55B-F600-1285-3748-D81F334775B5}"/>
              </a:ext>
            </a:extLst>
          </p:cNvPr>
          <p:cNvSpPr txBox="1"/>
          <p:nvPr/>
        </p:nvSpPr>
        <p:spPr>
          <a:xfrm>
            <a:off x="9474029" y="5229366"/>
            <a:ext cx="2498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488,000+</a:t>
            </a:r>
            <a:endParaRPr kumimoji="0" lang="zh-CN" sz="20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份薪资单处理</a:t>
            </a:r>
            <a:r>
              <a:rPr lang="zh-CN" altLang="en-US" sz="120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（</a:t>
            </a: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每年</a:t>
            </a:r>
            <a:r>
              <a:rPr lang="zh-CN" altLang="en-US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）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65" name="Picture 64" descr="A group of people sitting at a table with speech bubbles&#10;&#10;Description automatically generated">
            <a:extLst>
              <a:ext uri="{FF2B5EF4-FFF2-40B4-BE49-F238E27FC236}">
                <a16:creationId xmlns:a16="http://schemas.microsoft.com/office/drawing/2014/main" id="{EE6D042F-FA28-375B-A95C-EDF4E79E5782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583" y="5228129"/>
            <a:ext cx="470917" cy="47091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E85375-77DE-4BCB-EB85-99557A0B9654}"/>
              </a:ext>
            </a:extLst>
          </p:cNvPr>
          <p:cNvCxnSpPr>
            <a:cxnSpLocks/>
          </p:cNvCxnSpPr>
          <p:nvPr/>
        </p:nvCxnSpPr>
        <p:spPr>
          <a:xfrm>
            <a:off x="5948670" y="3365820"/>
            <a:ext cx="0" cy="10775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729707-7AFD-B6D3-BAC8-4E7666E113C2}"/>
              </a:ext>
            </a:extLst>
          </p:cNvPr>
          <p:cNvSpPr txBox="1"/>
          <p:nvPr/>
        </p:nvSpPr>
        <p:spPr>
          <a:xfrm>
            <a:off x="3134534" y="4707393"/>
            <a:ext cx="8175723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sz="1400" b="1" noProof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科技驱动的客户平台</a:t>
            </a:r>
            <a:endParaRPr kumimoji="0" 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29A960-06DF-339C-2565-0B9ACE8EF06F}"/>
              </a:ext>
            </a:extLst>
          </p:cNvPr>
          <p:cNvSpPr txBox="1"/>
          <p:nvPr/>
        </p:nvSpPr>
        <p:spPr>
          <a:xfrm>
            <a:off x="3134533" y="2872260"/>
            <a:ext cx="8175723" cy="3077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sz="1400" b="1" noProof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高质量服务</a:t>
            </a:r>
            <a:endParaRPr kumimoji="0" 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808C9C-3484-83B3-CB7A-606133FAC33F}"/>
              </a:ext>
            </a:extLst>
          </p:cNvPr>
          <p:cNvSpPr txBox="1"/>
          <p:nvPr/>
        </p:nvSpPr>
        <p:spPr>
          <a:xfrm>
            <a:off x="3134532" y="1068283"/>
            <a:ext cx="8175723" cy="3077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sz="1400" b="1" noProof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行业声誉</a:t>
            </a:r>
            <a:endParaRPr kumimoji="0" 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3CF110-CE97-0E4F-CF09-BB57239B439F}"/>
              </a:ext>
            </a:extLst>
          </p:cNvPr>
          <p:cNvCxnSpPr>
            <a:cxnSpLocks/>
          </p:cNvCxnSpPr>
          <p:nvPr/>
        </p:nvCxnSpPr>
        <p:spPr>
          <a:xfrm>
            <a:off x="5948670" y="5200789"/>
            <a:ext cx="0" cy="10775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9F99E2-14AC-DC6A-A5D6-19C8BF2967BB}"/>
              </a:ext>
            </a:extLst>
          </p:cNvPr>
          <p:cNvCxnSpPr>
            <a:cxnSpLocks/>
          </p:cNvCxnSpPr>
          <p:nvPr/>
        </p:nvCxnSpPr>
        <p:spPr>
          <a:xfrm>
            <a:off x="5948670" y="1559552"/>
            <a:ext cx="0" cy="10775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57120D-930A-CFCE-87B6-1E5AE58612F5}"/>
              </a:ext>
            </a:extLst>
          </p:cNvPr>
          <p:cNvCxnSpPr>
            <a:cxnSpLocks/>
          </p:cNvCxnSpPr>
          <p:nvPr/>
        </p:nvCxnSpPr>
        <p:spPr>
          <a:xfrm>
            <a:off x="8628634" y="3365820"/>
            <a:ext cx="0" cy="10775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71F9A1-2FBF-7589-286A-D17AC8627368}"/>
              </a:ext>
            </a:extLst>
          </p:cNvPr>
          <p:cNvCxnSpPr>
            <a:cxnSpLocks/>
          </p:cNvCxnSpPr>
          <p:nvPr/>
        </p:nvCxnSpPr>
        <p:spPr>
          <a:xfrm>
            <a:off x="8628634" y="5200789"/>
            <a:ext cx="0" cy="10775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E9A612-32D9-8DB6-AA7D-67B5CE00BFCE}"/>
              </a:ext>
            </a:extLst>
          </p:cNvPr>
          <p:cNvCxnSpPr>
            <a:cxnSpLocks/>
          </p:cNvCxnSpPr>
          <p:nvPr/>
        </p:nvCxnSpPr>
        <p:spPr>
          <a:xfrm>
            <a:off x="8628634" y="1559552"/>
            <a:ext cx="0" cy="10775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17D71F-71DA-062A-4886-9E1D47C70995}"/>
              </a:ext>
            </a:extLst>
          </p:cNvPr>
          <p:cNvSpPr txBox="1"/>
          <p:nvPr/>
        </p:nvSpPr>
        <p:spPr>
          <a:xfrm>
            <a:off x="4245363" y="5272205"/>
            <a:ext cx="1698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65,000+</a:t>
            </a:r>
            <a:endParaRPr kumimoji="0" lang="zh-CN" sz="16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sz="1200" noProof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家客户实体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pic>
        <p:nvPicPr>
          <p:cNvPr id="5" name="Picture 4" descr="A handshake in a heart shape&#10;&#10;Description automatically generated">
            <a:extLst>
              <a:ext uri="{FF2B5EF4-FFF2-40B4-BE49-F238E27FC236}">
                <a16:creationId xmlns:a16="http://schemas.microsoft.com/office/drawing/2014/main" id="{2E572FB2-6814-5314-DDD9-DC493CDCD206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1556" y="5312710"/>
            <a:ext cx="463781" cy="469680"/>
          </a:xfrm>
          <a:prstGeom prst="rect">
            <a:avLst/>
          </a:prstGeom>
        </p:spPr>
      </p:pic>
      <p:pic>
        <p:nvPicPr>
          <p:cNvPr id="6" name="Picture 5" descr="A neon sign with a star&#10;&#10;Description automatically generated">
            <a:extLst>
              <a:ext uri="{FF2B5EF4-FFF2-40B4-BE49-F238E27FC236}">
                <a16:creationId xmlns:a16="http://schemas.microsoft.com/office/drawing/2014/main" id="{1EC7A6C7-B08E-2FC7-C69F-BD9D1264CBA4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1981" y="5272205"/>
            <a:ext cx="469680" cy="469680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3DC2B5-5D47-6261-DC9A-0961D513FB73}"/>
              </a:ext>
            </a:extLst>
          </p:cNvPr>
          <p:cNvSpPr txBox="1"/>
          <p:nvPr/>
        </p:nvSpPr>
        <p:spPr>
          <a:xfrm>
            <a:off x="6772545" y="5272205"/>
            <a:ext cx="1698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+mj-lt"/>
                <a:ea typeface="+mn-ea"/>
                <a:cs typeface="Poppins" pitchFamily="2" charset="77"/>
              </a:rPr>
              <a:t>40,000+</a:t>
            </a:r>
            <a:endParaRPr kumimoji="0" lang="zh-CN" sz="16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+mj-lt"/>
              <a:ea typeface="+mn-ea"/>
              <a:cs typeface="Poppins" pitchFamily="2" charset="77"/>
            </a:endParaRPr>
          </a:p>
          <a:p>
            <a:pPr lvl="0">
              <a:defRPr/>
            </a:pPr>
            <a:r>
              <a:rPr lang="zh-CN" altLang="en-US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家</a:t>
            </a:r>
            <a:r>
              <a:rPr lang="zh-CN" sz="1200" noProof="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活跃客户</a:t>
            </a:r>
            <a:endParaRPr kumimoji="0" 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81049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F289C-AD90-F794-DFCB-DC912C39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63020A-DC09-8A93-894A-D8EF9224CA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zh-CN" noProof="0" dirty="0">
                <a:latin typeface="+mj-lt"/>
                <a:ea typeface="+mj-ea"/>
              </a:rPr>
              <a:t>皋翊集团成员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B18C7-F557-237C-CBB1-D5697D9899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932" y="2231945"/>
            <a:ext cx="1512860" cy="678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43917E-69CF-D1BE-AF7D-B50DDF8EEF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6185" y="2231591"/>
            <a:ext cx="1722010" cy="679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2F50B8-6171-55D5-6535-BA2321FCEA5D}"/>
              </a:ext>
            </a:extLst>
          </p:cNvPr>
          <p:cNvSpPr txBox="1"/>
          <p:nvPr/>
        </p:nvSpPr>
        <p:spPr>
          <a:xfrm>
            <a:off x="827266" y="3123629"/>
            <a:ext cx="1943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彦德企业集团</a:t>
            </a:r>
            <a:br>
              <a:rPr kumimoji="0" lang="en-GB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</a:br>
            <a:r>
              <a:rPr kumimoji="0" lang="en-GB" altLang="zh-CN" sz="1200" b="1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InCorp</a:t>
            </a:r>
            <a:r>
              <a:rPr kumimoji="0" lang="en-GB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 Global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亚洲领先的企业和商业服务的解决方案提供商</a:t>
            </a:r>
            <a:endParaRPr kumimoji="0" lang="en-HK" altLang="zh-CN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超过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30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年历史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8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个市场（新加坡、香港特别行政区、澳大利亚、印度、印度尼西​亚、越</a:t>
            </a:r>
            <a:endParaRPr kumimoji="0" lang="en-HK" altLang="zh-CN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/>
              <a:ea typeface="Noto Sans SC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/>
                <a:ea typeface="Noto Sans SC"/>
                <a:cs typeface="+mn-cs"/>
              </a:rPr>
              <a:t>南、马来西亚、菲律宾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）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5ED744B-A489-95FD-B237-8C68A077C217}"/>
              </a:ext>
            </a:extLst>
          </p:cNvPr>
          <p:cNvSpPr/>
          <p:nvPr/>
        </p:nvSpPr>
        <p:spPr>
          <a:xfrm>
            <a:off x="710322" y="1056715"/>
            <a:ext cx="10888298" cy="899445"/>
          </a:xfrm>
          <a:custGeom>
            <a:avLst/>
            <a:gdLst>
              <a:gd name="connsiteX0" fmla="*/ 0 w 10818973"/>
              <a:gd name="connsiteY0" fmla="*/ 636276 h 636276"/>
              <a:gd name="connsiteX1" fmla="*/ 5427338 w 10818973"/>
              <a:gd name="connsiteY1" fmla="*/ 0 h 636276"/>
              <a:gd name="connsiteX2" fmla="*/ 10818973 w 10818973"/>
              <a:gd name="connsiteY2" fmla="*/ 636276 h 636276"/>
              <a:gd name="connsiteX3" fmla="*/ 0 w 10818973"/>
              <a:gd name="connsiteY3" fmla="*/ 636276 h 636276"/>
              <a:gd name="connsiteX0" fmla="*/ 0 w 10818973"/>
              <a:gd name="connsiteY0" fmla="*/ 899445 h 899445"/>
              <a:gd name="connsiteX1" fmla="*/ 5422878 w 10818973"/>
              <a:gd name="connsiteY1" fmla="*/ 0 h 899445"/>
              <a:gd name="connsiteX2" fmla="*/ 10818973 w 10818973"/>
              <a:gd name="connsiteY2" fmla="*/ 899445 h 899445"/>
              <a:gd name="connsiteX3" fmla="*/ 0 w 10818973"/>
              <a:gd name="connsiteY3" fmla="*/ 899445 h 89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18973" h="899445">
                <a:moveTo>
                  <a:pt x="0" y="899445"/>
                </a:moveTo>
                <a:lnTo>
                  <a:pt x="5422878" y="0"/>
                </a:lnTo>
                <a:lnTo>
                  <a:pt x="10818973" y="899445"/>
                </a:lnTo>
                <a:lnTo>
                  <a:pt x="0" y="899445"/>
                </a:lnTo>
                <a:close/>
              </a:path>
            </a:pathLst>
          </a:cu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Noto Sans SC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F482A-017A-4D8C-991A-4F01B0AEF6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1780" y="1380809"/>
            <a:ext cx="2112261" cy="318637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ADE5EF7-EFD3-3CBE-76C9-21AD2E2D62A3}"/>
              </a:ext>
            </a:extLst>
          </p:cNvPr>
          <p:cNvGrpSpPr/>
          <p:nvPr/>
        </p:nvGrpSpPr>
        <p:grpSpPr>
          <a:xfrm>
            <a:off x="710321" y="2124120"/>
            <a:ext cx="10888300" cy="4104401"/>
            <a:chOff x="710321" y="2059414"/>
            <a:chExt cx="10888300" cy="386031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F251E-E9E4-3801-E624-02494E84647B}"/>
                </a:ext>
              </a:extLst>
            </p:cNvPr>
            <p:cNvCxnSpPr>
              <a:cxnSpLocks/>
            </p:cNvCxnSpPr>
            <p:nvPr/>
          </p:nvCxnSpPr>
          <p:spPr>
            <a:xfrm>
              <a:off x="2887981" y="2059414"/>
              <a:ext cx="0" cy="38603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B1B11E1-82EB-E347-21A3-07EB1DFBF90E}"/>
                </a:ext>
              </a:extLst>
            </p:cNvPr>
            <p:cNvCxnSpPr>
              <a:cxnSpLocks/>
            </p:cNvCxnSpPr>
            <p:nvPr/>
          </p:nvCxnSpPr>
          <p:spPr>
            <a:xfrm>
              <a:off x="5065641" y="2059414"/>
              <a:ext cx="0" cy="38603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813C70-1FD8-8002-A513-22589E3E4943}"/>
                </a:ext>
              </a:extLst>
            </p:cNvPr>
            <p:cNvCxnSpPr>
              <a:cxnSpLocks/>
            </p:cNvCxnSpPr>
            <p:nvPr/>
          </p:nvCxnSpPr>
          <p:spPr>
            <a:xfrm>
              <a:off x="7243301" y="2059414"/>
              <a:ext cx="0" cy="38603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552D026-48A8-C518-E9F6-A82DDEDE76C9}"/>
                </a:ext>
              </a:extLst>
            </p:cNvPr>
            <p:cNvCxnSpPr>
              <a:cxnSpLocks/>
            </p:cNvCxnSpPr>
            <p:nvPr/>
          </p:nvCxnSpPr>
          <p:spPr>
            <a:xfrm>
              <a:off x="9420961" y="2059414"/>
              <a:ext cx="0" cy="38603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D6D6A92-FAAC-D98F-CF8D-5198E82C7E8F}"/>
                </a:ext>
              </a:extLst>
            </p:cNvPr>
            <p:cNvCxnSpPr>
              <a:cxnSpLocks/>
            </p:cNvCxnSpPr>
            <p:nvPr/>
          </p:nvCxnSpPr>
          <p:spPr>
            <a:xfrm>
              <a:off x="11598621" y="2059414"/>
              <a:ext cx="0" cy="38603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07AF22-3DCB-CBA6-00EC-45379A98B85B}"/>
                </a:ext>
              </a:extLst>
            </p:cNvPr>
            <p:cNvCxnSpPr>
              <a:cxnSpLocks/>
            </p:cNvCxnSpPr>
            <p:nvPr/>
          </p:nvCxnSpPr>
          <p:spPr>
            <a:xfrm>
              <a:off x="710321" y="2059414"/>
              <a:ext cx="0" cy="38603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298C90F-D37A-9DC7-829D-54941221C8B9}"/>
              </a:ext>
            </a:extLst>
          </p:cNvPr>
          <p:cNvSpPr txBox="1"/>
          <p:nvPr/>
        </p:nvSpPr>
        <p:spPr>
          <a:xfrm>
            <a:off x="3004923" y="3123629"/>
            <a:ext cx="19437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彦德国际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​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</a:b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InCorp International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专注于服务中国企业出海需求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总部位于新加坡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在中国的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10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个城市（北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京、上海、香港特别行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政区、杭州、宁波、南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京、深圳、青岛、大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​连、福州）拥有超过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100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人的专业顾问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27A408-A838-92A4-986E-BDE3F49920C5}"/>
              </a:ext>
            </a:extLst>
          </p:cNvPr>
          <p:cNvSpPr txBox="1"/>
          <p:nvPr/>
        </p:nvSpPr>
        <p:spPr>
          <a:xfrm>
            <a:off x="5182603" y="3123629"/>
            <a:ext cx="19437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Virtuzone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在阿联酋市场声誉最高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的公司设立和“一站式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”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的企业服务品牌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总部位于迪拜，覆盖阿联酋的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50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多个自由区​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自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2009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年成立以来，我 们已帮助来自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180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多个​国家的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Poppins Light" panose="00000400000000000000" pitchFamily="2" charset="0"/>
              </a:rPr>
              <a:t>80,000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多名企业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家在阿联酋创办和扩展他们的公司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49FB75-CDA3-927F-2639-6160C00E076C}"/>
              </a:ext>
            </a:extLst>
          </p:cNvPr>
          <p:cNvSpPr txBox="1"/>
          <p:nvPr/>
        </p:nvSpPr>
        <p:spPr>
          <a:xfrm>
            <a:off x="7360263" y="3123629"/>
            <a:ext cx="19437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连智领域</a:t>
            </a:r>
            <a:br>
              <a:rPr kumimoji="0" lang="en-GB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Links International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亚太地区超过25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年的人力资源服务商​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服务网络覆盖中国大陆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中国香港、中国澳门、新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加坡、马来西亚、印尼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越南、泰国、中国台湾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菲律宾、缅甸、柬埔寨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日本、韩国、澳大利亚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新西兰、印度、阿联酋以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 及孟加拉国，为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20个国家和地区提供100%本地化人力资源外包服务。​</a:t>
            </a:r>
          </a:p>
        </p:txBody>
      </p:sp>
      <p:pic>
        <p:nvPicPr>
          <p:cNvPr id="20" name="Picture 1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C88C03B7-152C-FE3A-71A4-06C15B13171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1755" y="2130458"/>
            <a:ext cx="880787" cy="8813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B01B8E-8155-8A2F-CB69-49D97A43F7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24171" y="2177943"/>
            <a:ext cx="1478776" cy="786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E60E18-EC36-9811-FDB2-1FB9A79B65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8671" y="2342331"/>
            <a:ext cx="2102240" cy="4575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FC2C1B-42EB-6AF8-AA37-9F3CF5A2BFFD}"/>
              </a:ext>
            </a:extLst>
          </p:cNvPr>
          <p:cNvSpPr txBox="1"/>
          <p:nvPr/>
        </p:nvSpPr>
        <p:spPr>
          <a:xfrm>
            <a:off x="9537904" y="3123629"/>
            <a:ext cx="2281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协力管理咨询</a:t>
            </a:r>
            <a:br>
              <a:rPr kumimoji="0" lang="en-GB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</a:br>
            <a:r>
              <a:rPr kumimoji="0" lang="en-GB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/>
                <a:ea typeface="Noto Sans SC"/>
                <a:cs typeface="+mn-cs"/>
              </a:rPr>
              <a:t>Dezan Shira &amp; Associates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A011A-58A7-2085-E2D7-C9CFDA9B0963}"/>
              </a:ext>
            </a:extLst>
          </p:cNvPr>
          <p:cNvSpPr txBox="1"/>
          <p:nvPr/>
        </p:nvSpPr>
        <p:spPr>
          <a:xfrm>
            <a:off x="9537904" y="3651412"/>
            <a:ext cx="19437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通过商业情报、市场进入、税务、会计、人力资源、</a:t>
            </a:r>
            <a:r>
              <a:rPr lang="zh-CN" altLang="en-US" sz="120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信息技术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及咨询解决方案，支持亚洲范围内的外国直接投资及跨境运营</a:t>
            </a:r>
            <a:endParaRPr kumimoji="0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成立于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1992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年，总部位于香港</a:t>
            </a:r>
            <a:endParaRPr kumimoji="0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在亚洲、中东、欧洲及北美设有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40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多个办公室</a:t>
            </a:r>
            <a:endParaRPr kumimoji="0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/>
              <a:ea typeface="Noto Sans S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427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E2FE8-B4A0-B7BB-A405-64FF53B64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F737E-1F28-E660-9997-885509DB65CD}"/>
              </a:ext>
            </a:extLst>
          </p:cNvPr>
          <p:cNvSpPr txBox="1"/>
          <p:nvPr/>
        </p:nvSpPr>
        <p:spPr>
          <a:xfrm>
            <a:off x="368710" y="361537"/>
            <a:ext cx="7522959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b="1" err="1">
                <a:latin typeface="Noto Sans SC" panose="020B0200000000000000" pitchFamily="34" charset="-128"/>
                <a:ea typeface="Noto Sans SC" panose="020B0200000000000000" pitchFamily="34" charset="-128"/>
              </a:rPr>
              <a:t>我们的全球网络</a:t>
            </a:r>
            <a:endParaRPr lang="zh-CN" sz="2800" b="1" noProof="0"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AA19BF-E0B3-C643-8CCB-0BD099D2AA45}"/>
              </a:ext>
            </a:extLst>
          </p:cNvPr>
          <p:cNvSpPr txBox="1"/>
          <p:nvPr/>
        </p:nvSpPr>
        <p:spPr>
          <a:xfrm>
            <a:off x="9529501" y="802190"/>
            <a:ext cx="22524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新加坡（总部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）</a:t>
            </a:r>
            <a:b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</a:br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澳大利亚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中国大陆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中国香港</a:t>
            </a: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印度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印度尼西亚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日本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zh-CN" alt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纳闽</a:t>
            </a:r>
            <a:endParaRPr lang="en-GB" altLang="zh-CN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中国澳门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马来西亚</a:t>
            </a: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fontAlgn="base"/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  <a:r>
              <a:rPr lang="zh-TW" altLang="en-US" sz="1200" dirty="0">
                <a:solidFill>
                  <a:srgbClr val="1A1918"/>
                </a:solidFill>
                <a:latin typeface="AtlasGrotesk"/>
              </a:rPr>
              <a:t>蒙古</a:t>
            </a: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菲律宾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韩国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中国台湾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泰国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越南</a:t>
            </a: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D307F2-B2D7-6C31-4B21-0499F9EE2CB5}"/>
              </a:ext>
            </a:extLst>
          </p:cNvPr>
          <p:cNvSpPr txBox="1"/>
          <p:nvPr/>
        </p:nvSpPr>
        <p:spPr>
          <a:xfrm>
            <a:off x="9529501" y="4115336"/>
            <a:ext cx="25107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塞浦路斯</a:t>
            </a:r>
            <a:b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</a:br>
            <a:r>
              <a:rPr lang="zh-TW" altLang="en-US" sz="1200" dirty="0">
                <a:solidFill>
                  <a:srgbClr val="1A1918"/>
                </a:solidFill>
                <a:latin typeface="AtlasGrotesk"/>
              </a:rPr>
              <a:t>德国</a:t>
            </a:r>
            <a:br>
              <a:rPr lang="en-GB" altLang="zh-TW" sz="1200" dirty="0">
                <a:solidFill>
                  <a:srgbClr val="1A1918"/>
                </a:solidFill>
                <a:latin typeface="AtlasGrotesk"/>
              </a:rPr>
            </a:br>
            <a:r>
              <a:rPr lang="zh-TW" altLang="en-US" sz="1200" dirty="0">
                <a:solidFill>
                  <a:srgbClr val="1A1918"/>
                </a:solidFill>
                <a:latin typeface="AtlasGrotesk"/>
              </a:rPr>
              <a:t>意大利</a:t>
            </a:r>
            <a:br>
              <a:rPr lang="en-GB" altLang="zh-TW" sz="1200" dirty="0">
                <a:solidFill>
                  <a:srgbClr val="1A1918"/>
                </a:solidFill>
                <a:latin typeface="AtlasGrotesk"/>
              </a:rPr>
            </a:br>
            <a:r>
              <a:rPr lang="zh-CN" altLang="en-US" sz="1200" dirty="0">
                <a:solidFill>
                  <a:srgbClr val="272C2C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Poppins"/>
              </a:rPr>
              <a:t>波兰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  <a:br>
              <a:rPr lang="en-GB" altLang="zh-TW" sz="1200" dirty="0">
                <a:solidFill>
                  <a:srgbClr val="1A1918"/>
                </a:solidFill>
                <a:latin typeface="AtlasGrotesk"/>
              </a:rPr>
            </a:br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英国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阿联酋</a:t>
            </a: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fontAlgn="base"/>
            <a:br>
              <a:rPr lang="zh-TW" altLang="en-US" sz="1200" dirty="0"/>
            </a:br>
            <a:br>
              <a:rPr lang="zh-TW" altLang="en-US" sz="1200" dirty="0"/>
            </a:b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A270BD-73F0-B343-67CB-46221F2FD865}"/>
              </a:ext>
            </a:extLst>
          </p:cNvPr>
          <p:cNvSpPr txBox="1"/>
          <p:nvPr/>
        </p:nvSpPr>
        <p:spPr>
          <a:xfrm>
            <a:off x="9545641" y="5728774"/>
            <a:ext cx="25107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巴西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英属维尔京群岛</a:t>
            </a:r>
            <a:endParaRPr lang="en-US" sz="12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开曼群岛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美国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  <a:p>
            <a:pPr fontAlgn="base"/>
            <a:r>
              <a:rPr lang="en-US" sz="1200" dirty="0" err="1">
                <a:latin typeface="Noto Sans SC" panose="020B0200000000000000" pitchFamily="34" charset="-128"/>
                <a:ea typeface="Noto Sans SC" panose="020B0200000000000000" pitchFamily="34" charset="-128"/>
              </a:rPr>
              <a:t>乌拉圭</a:t>
            </a:r>
            <a:r>
              <a:rPr lang="en-US" sz="12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3EA73A-6F3F-8CE8-F63E-2301AF7233F6}"/>
              </a:ext>
            </a:extLst>
          </p:cNvPr>
          <p:cNvCxnSpPr>
            <a:cxnSpLocks/>
          </p:cNvCxnSpPr>
          <p:nvPr/>
        </p:nvCxnSpPr>
        <p:spPr>
          <a:xfrm>
            <a:off x="9417954" y="790696"/>
            <a:ext cx="0" cy="29240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6F7DEC-19A9-22C8-394C-C142841A149E}"/>
              </a:ext>
            </a:extLst>
          </p:cNvPr>
          <p:cNvCxnSpPr>
            <a:cxnSpLocks/>
          </p:cNvCxnSpPr>
          <p:nvPr/>
        </p:nvCxnSpPr>
        <p:spPr>
          <a:xfrm>
            <a:off x="9417954" y="4115336"/>
            <a:ext cx="0" cy="11234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8C4F0C4-1CDD-C7B2-72C6-8DC722394768}"/>
              </a:ext>
            </a:extLst>
          </p:cNvPr>
          <p:cNvCxnSpPr>
            <a:cxnSpLocks/>
          </p:cNvCxnSpPr>
          <p:nvPr/>
        </p:nvCxnSpPr>
        <p:spPr>
          <a:xfrm>
            <a:off x="9417954" y="5544588"/>
            <a:ext cx="0" cy="11229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435A769-B9F1-8D7F-8BF2-7DD2D8FA2432}"/>
              </a:ext>
            </a:extLst>
          </p:cNvPr>
          <p:cNvSpPr txBox="1"/>
          <p:nvPr/>
        </p:nvSpPr>
        <p:spPr>
          <a:xfrm>
            <a:off x="9306408" y="482919"/>
            <a:ext cx="911127" cy="307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base"/>
            <a:r>
              <a:rPr lang="en-US" sz="14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  <a:r>
              <a:rPr lang="en-US" sz="14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亚太区</a:t>
            </a:r>
            <a:r>
              <a:rPr lang="en-US" sz="14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59CEBF-C6CB-77D2-0B78-A90C5C4FF4FF}"/>
              </a:ext>
            </a:extLst>
          </p:cNvPr>
          <p:cNvSpPr txBox="1"/>
          <p:nvPr/>
        </p:nvSpPr>
        <p:spPr>
          <a:xfrm>
            <a:off x="9306409" y="3825304"/>
            <a:ext cx="2009292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欧洲、英国</a:t>
            </a:r>
            <a:r>
              <a:rPr lang="zh-CN" altLang="en-US" sz="14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及</a:t>
            </a:r>
            <a:r>
              <a:rPr lang="en-US" sz="14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中东</a:t>
            </a:r>
            <a:r>
              <a:rPr lang="zh-CN" altLang="en-US" sz="14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地区</a:t>
            </a:r>
            <a:endParaRPr lang="zh-CN" sz="1400" b="1" noProof="0" dirty="0">
              <a:solidFill>
                <a:schemeClr val="bg1"/>
              </a:solidFill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A0AB85-E51F-7F92-0D24-60F3B6BFFF7B}"/>
              </a:ext>
            </a:extLst>
          </p:cNvPr>
          <p:cNvSpPr txBox="1"/>
          <p:nvPr/>
        </p:nvSpPr>
        <p:spPr>
          <a:xfrm>
            <a:off x="9306408" y="5412197"/>
            <a:ext cx="781118" cy="307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base"/>
            <a:r>
              <a:rPr lang="en-US" sz="140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  <a:r>
              <a:rPr lang="en-US" sz="1400" b="1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美洲</a:t>
            </a:r>
            <a:r>
              <a:rPr lang="en-US" sz="140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​</a:t>
            </a:r>
          </a:p>
        </p:txBody>
      </p:sp>
      <p:pic>
        <p:nvPicPr>
          <p:cNvPr id="26" name="Picture 25" descr="A map of the world&#10;&#10;AI-generated content may be incorrect.">
            <a:extLst>
              <a:ext uri="{FF2B5EF4-FFF2-40B4-BE49-F238E27FC236}">
                <a16:creationId xmlns:a16="http://schemas.microsoft.com/office/drawing/2014/main" id="{25BA4712-C7D5-EF13-6ACC-B61A027D7E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47" t="19222" r="18204" b="20680"/>
          <a:stretch>
            <a:fillRect/>
          </a:stretch>
        </p:blipFill>
        <p:spPr>
          <a:xfrm>
            <a:off x="329032" y="966158"/>
            <a:ext cx="8590503" cy="540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4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66AA-8F8A-4D5B-B1D9-08144F7A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ughnut 5">
            <a:extLst>
              <a:ext uri="{FF2B5EF4-FFF2-40B4-BE49-F238E27FC236}">
                <a16:creationId xmlns:a16="http://schemas.microsoft.com/office/drawing/2014/main" id="{B112C90B-8E19-32EF-37A5-B343FBCA1D8C}"/>
              </a:ext>
            </a:extLst>
          </p:cNvPr>
          <p:cNvSpPr/>
          <p:nvPr/>
        </p:nvSpPr>
        <p:spPr>
          <a:xfrm>
            <a:off x="4243137" y="1791299"/>
            <a:ext cx="3705726" cy="3705726"/>
          </a:xfrm>
          <a:prstGeom prst="donut">
            <a:avLst>
              <a:gd name="adj" fmla="val 16041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D898B2-2F51-5670-3508-920E36D1D74E}"/>
              </a:ext>
            </a:extLst>
          </p:cNvPr>
          <p:cNvSpPr txBox="1"/>
          <p:nvPr/>
        </p:nvSpPr>
        <p:spPr>
          <a:xfrm>
            <a:off x="368710" y="361537"/>
            <a:ext cx="1030912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我们的服务项目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FBA9DD-2E44-1466-3FE3-B97D8A543AA4}"/>
              </a:ext>
            </a:extLst>
          </p:cNvPr>
          <p:cNvSpPr txBox="1"/>
          <p:nvPr/>
        </p:nvSpPr>
        <p:spPr>
          <a:xfrm>
            <a:off x="1676107" y="1360355"/>
            <a:ext cx="2185633" cy="55399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财务顾问服务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并购顾问服务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破产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/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清算服务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8F2966-712F-29C6-53D9-062EE1A749F8}"/>
              </a:ext>
            </a:extLst>
          </p:cNvPr>
          <p:cNvGrpSpPr/>
          <p:nvPr/>
        </p:nvGrpSpPr>
        <p:grpSpPr>
          <a:xfrm flipH="1">
            <a:off x="2351304" y="1142574"/>
            <a:ext cx="2650898" cy="881377"/>
            <a:chOff x="2538076" y="2003857"/>
            <a:chExt cx="961547" cy="119679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9C2DD83-CBCB-2059-0748-A722E0940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1027" y="2003857"/>
              <a:ext cx="0" cy="1196792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4AD14B7-1D31-5BE4-6D91-9C01B72036E9}"/>
                </a:ext>
              </a:extLst>
            </p:cNvPr>
            <p:cNvCxnSpPr>
              <a:cxnSpLocks/>
            </p:cNvCxnSpPr>
            <p:nvPr/>
          </p:nvCxnSpPr>
          <p:spPr>
            <a:xfrm>
              <a:off x="2538076" y="2006157"/>
              <a:ext cx="961547" cy="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1C1B475-9430-2929-5815-E43622921F06}"/>
              </a:ext>
            </a:extLst>
          </p:cNvPr>
          <p:cNvSpPr txBox="1"/>
          <p:nvPr/>
        </p:nvSpPr>
        <p:spPr>
          <a:xfrm>
            <a:off x="1672149" y="990044"/>
            <a:ext cx="947010" cy="30777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顾问服务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820BC0-5220-6D7E-D13E-3906748C6DCB}"/>
              </a:ext>
            </a:extLst>
          </p:cNvPr>
          <p:cNvSpPr txBox="1"/>
          <p:nvPr/>
        </p:nvSpPr>
        <p:spPr>
          <a:xfrm>
            <a:off x="506909" y="2625226"/>
            <a:ext cx="3234767" cy="101566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市场进入顾问服务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工业园区及商业合作伙伴 </a:t>
            </a:r>
            <a:endParaRPr kumimoji="0" lang="en-HK" altLang="zh-CN" sz="10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跨境合规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中国企业对外直接投资（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ODI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）及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37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号通告登记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阿联酋自由区及本土贸易许可证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全球扩展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 ExtraLight" pitchFamily="2" charset="77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7FDEFAB-5B42-2FB4-FE78-8762833E60F2}"/>
              </a:ext>
            </a:extLst>
          </p:cNvPr>
          <p:cNvCxnSpPr>
            <a:cxnSpLocks/>
          </p:cNvCxnSpPr>
          <p:nvPr/>
        </p:nvCxnSpPr>
        <p:spPr>
          <a:xfrm flipH="1">
            <a:off x="3033732" y="3482056"/>
            <a:ext cx="983534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9C38F29-256E-D382-9145-03600D52571E}"/>
              </a:ext>
            </a:extLst>
          </p:cNvPr>
          <p:cNvSpPr txBox="1"/>
          <p:nvPr/>
        </p:nvSpPr>
        <p:spPr>
          <a:xfrm>
            <a:off x="506909" y="2038772"/>
            <a:ext cx="2321585" cy="52322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跨境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外商直接投资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Noto Sans SC" panose="020B0200000000000000" pitchFamily="34" charset="-128"/>
                <a:cs typeface="Poppins" pitchFamily="2" charset="77"/>
              </a:rPr>
              <a:t>（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Noto Sans SC" panose="020B0200000000000000" pitchFamily="34" charset="-128"/>
                <a:cs typeface="Poppins" pitchFamily="2" charset="77"/>
              </a:rPr>
              <a:t>FDI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Noto Sans SC" panose="020B0200000000000000" pitchFamily="34" charset="-128"/>
                <a:cs typeface="Poppins" pitchFamily="2" charset="77"/>
              </a:rPr>
              <a:t>）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专业服务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9C9054-B59B-F027-9D45-1ACA535A460E}"/>
              </a:ext>
            </a:extLst>
          </p:cNvPr>
          <p:cNvSpPr txBox="1"/>
          <p:nvPr/>
        </p:nvSpPr>
        <p:spPr>
          <a:xfrm>
            <a:off x="2015320" y="4106153"/>
            <a:ext cx="2139735" cy="86177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内部审计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风险保证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ESG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（环境、社会与治理）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合规与治理方案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审计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7FE611-D97F-CB43-E700-B9C03FF798E9}"/>
              </a:ext>
            </a:extLst>
          </p:cNvPr>
          <p:cNvSpPr txBox="1"/>
          <p:nvPr/>
        </p:nvSpPr>
        <p:spPr>
          <a:xfrm>
            <a:off x="2010829" y="3756336"/>
            <a:ext cx="923448" cy="30777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全球扩展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6EECB72-197F-6094-846F-10A94D2476B1}"/>
              </a:ext>
            </a:extLst>
          </p:cNvPr>
          <p:cNvCxnSpPr>
            <a:cxnSpLocks/>
          </p:cNvCxnSpPr>
          <p:nvPr/>
        </p:nvCxnSpPr>
        <p:spPr>
          <a:xfrm flipH="1">
            <a:off x="3861740" y="4689844"/>
            <a:ext cx="49436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026060D-8084-FB9D-3C70-5931BCE48900}"/>
              </a:ext>
            </a:extLst>
          </p:cNvPr>
          <p:cNvSpPr txBox="1"/>
          <p:nvPr/>
        </p:nvSpPr>
        <p:spPr>
          <a:xfrm>
            <a:off x="3056923" y="5547789"/>
            <a:ext cx="2006741" cy="86177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签证、移民及外派人员服务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薪酬外包及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PEO/EOR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服务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职业过渡服务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专业人力资源方案及招聘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人力资源外包与顾问服务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C1F38C-C2CF-8C73-D1E1-189BD37EC67A}"/>
              </a:ext>
            </a:extLst>
          </p:cNvPr>
          <p:cNvSpPr txBox="1"/>
          <p:nvPr/>
        </p:nvSpPr>
        <p:spPr>
          <a:xfrm>
            <a:off x="3065321" y="5182617"/>
            <a:ext cx="1282753" cy="3077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人力资源服务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43183B9-E620-8016-FE96-7C0745B2FB92}"/>
              </a:ext>
            </a:extLst>
          </p:cNvPr>
          <p:cNvGrpSpPr/>
          <p:nvPr/>
        </p:nvGrpSpPr>
        <p:grpSpPr>
          <a:xfrm rot="10800000">
            <a:off x="5272233" y="5552612"/>
            <a:ext cx="267610" cy="445003"/>
            <a:chOff x="2538076" y="1978303"/>
            <a:chExt cx="792780" cy="1196792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547B00E-58B2-EF26-11F1-C955FEEEEB79}"/>
                </a:ext>
              </a:extLst>
            </p:cNvPr>
            <p:cNvCxnSpPr/>
            <p:nvPr/>
          </p:nvCxnSpPr>
          <p:spPr>
            <a:xfrm flipV="1">
              <a:off x="2540022" y="1978303"/>
              <a:ext cx="0" cy="1196792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04E16CE-97DB-3261-F2B8-EC4F5E525706}"/>
                </a:ext>
              </a:extLst>
            </p:cNvPr>
            <p:cNvCxnSpPr>
              <a:cxnSpLocks/>
            </p:cNvCxnSpPr>
            <p:nvPr/>
          </p:nvCxnSpPr>
          <p:spPr>
            <a:xfrm>
              <a:off x="2538076" y="1978303"/>
              <a:ext cx="792780" cy="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E29E862-7DD7-65A1-DC78-82F1449BA2CF}"/>
              </a:ext>
            </a:extLst>
          </p:cNvPr>
          <p:cNvSpPr txBox="1"/>
          <p:nvPr/>
        </p:nvSpPr>
        <p:spPr>
          <a:xfrm>
            <a:off x="6494372" y="639021"/>
            <a:ext cx="3373233" cy="101566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公司注册及业务设立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公司秘书及合规服务（私人公司、上市公司、跨国企业等）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董事服务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商标、许可、版权注册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股权登记服务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E5A427D-0174-117D-E7B8-C69957DBB202}"/>
              </a:ext>
            </a:extLst>
          </p:cNvPr>
          <p:cNvGrpSpPr/>
          <p:nvPr/>
        </p:nvGrpSpPr>
        <p:grpSpPr>
          <a:xfrm>
            <a:off x="6040386" y="430840"/>
            <a:ext cx="635685" cy="1118807"/>
            <a:chOff x="2538076" y="1978303"/>
            <a:chExt cx="430338" cy="1701047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C343506-4CE1-0D7E-2BFD-A436380BF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0022" y="1978303"/>
              <a:ext cx="0" cy="170104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6C7892A-B362-D2FC-70F5-A4CD0158A2D6}"/>
                </a:ext>
              </a:extLst>
            </p:cNvPr>
            <p:cNvCxnSpPr>
              <a:cxnSpLocks/>
            </p:cNvCxnSpPr>
            <p:nvPr/>
          </p:nvCxnSpPr>
          <p:spPr>
            <a:xfrm>
              <a:off x="2538076" y="1978303"/>
              <a:ext cx="430338" cy="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DFEC0D36-9B40-8E5D-DA9A-147D323F97C1}"/>
              </a:ext>
            </a:extLst>
          </p:cNvPr>
          <p:cNvSpPr txBox="1"/>
          <p:nvPr/>
        </p:nvSpPr>
        <p:spPr>
          <a:xfrm>
            <a:off x="6494372" y="283062"/>
            <a:ext cx="947828" cy="30777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企业服务 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B7FCE4-6B87-660B-58EA-C01EA1E208F0}"/>
              </a:ext>
            </a:extLst>
          </p:cNvPr>
          <p:cNvSpPr txBox="1"/>
          <p:nvPr/>
        </p:nvSpPr>
        <p:spPr>
          <a:xfrm>
            <a:off x="8084477" y="1964886"/>
            <a:ext cx="3373233" cy="553998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信托服务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基金治理及行政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受托人及信托管理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1230B31-27A9-0CE6-C3DA-D6A6D739D361}"/>
              </a:ext>
            </a:extLst>
          </p:cNvPr>
          <p:cNvCxnSpPr>
            <a:cxnSpLocks/>
          </p:cNvCxnSpPr>
          <p:nvPr/>
        </p:nvCxnSpPr>
        <p:spPr>
          <a:xfrm>
            <a:off x="6937518" y="2176611"/>
            <a:ext cx="999886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4D1E344-B988-ADB3-44E5-846ABED663FB}"/>
              </a:ext>
            </a:extLst>
          </p:cNvPr>
          <p:cNvSpPr txBox="1"/>
          <p:nvPr/>
        </p:nvSpPr>
        <p:spPr>
          <a:xfrm>
            <a:off x="8071031" y="1605124"/>
            <a:ext cx="1961970" cy="30777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基金、信托及受托服务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C31B1D-F824-5297-D51D-C9E12DBFEBD1}"/>
              </a:ext>
            </a:extLst>
          </p:cNvPr>
          <p:cNvSpPr txBox="1"/>
          <p:nvPr/>
        </p:nvSpPr>
        <p:spPr>
          <a:xfrm>
            <a:off x="8671895" y="2972028"/>
            <a:ext cx="2919662" cy="70788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会计及财务服务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报税及合规服务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税务顾问服务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政府激励计划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73F6714-B9A7-62D1-84E0-83A2A7FA2ABD}"/>
              </a:ext>
            </a:extLst>
          </p:cNvPr>
          <p:cNvCxnSpPr>
            <a:cxnSpLocks/>
          </p:cNvCxnSpPr>
          <p:nvPr/>
        </p:nvCxnSpPr>
        <p:spPr>
          <a:xfrm>
            <a:off x="7805592" y="3262357"/>
            <a:ext cx="701643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004D1A3-7B0A-78CE-E68D-12CB6A29F168}"/>
              </a:ext>
            </a:extLst>
          </p:cNvPr>
          <p:cNvSpPr txBox="1"/>
          <p:nvPr/>
        </p:nvSpPr>
        <p:spPr>
          <a:xfrm>
            <a:off x="8671895" y="2625302"/>
            <a:ext cx="1447465" cy="30777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会计及税务服务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0BFA09-0D91-2A03-1AD7-018A58556DB6}"/>
              </a:ext>
            </a:extLst>
          </p:cNvPr>
          <p:cNvSpPr txBox="1"/>
          <p:nvPr/>
        </p:nvSpPr>
        <p:spPr>
          <a:xfrm>
            <a:off x="8330260" y="4267059"/>
            <a:ext cx="2755368" cy="70788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私人财富管理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家族办公室服务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税务规划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项目资金的托管、保管及管理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95F0911-A5C6-C66F-C442-B24D0EE72028}"/>
              </a:ext>
            </a:extLst>
          </p:cNvPr>
          <p:cNvSpPr txBox="1"/>
          <p:nvPr/>
        </p:nvSpPr>
        <p:spPr>
          <a:xfrm>
            <a:off x="7488281" y="5525800"/>
            <a:ext cx="3593504" cy="1015663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市场及行业分析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地点及厂址对标分析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合作伙伴、供应商及生态系统筛选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法规、政策及激励措施评估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市场进入及扩张可行性分析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政府与经济发展机构支持 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127DF11-A6BA-AC3E-8B5A-1A185CEA3CCD}"/>
              </a:ext>
            </a:extLst>
          </p:cNvPr>
          <p:cNvGrpSpPr/>
          <p:nvPr/>
        </p:nvGrpSpPr>
        <p:grpSpPr>
          <a:xfrm rot="16200000">
            <a:off x="6712309" y="5604384"/>
            <a:ext cx="322595" cy="395076"/>
            <a:chOff x="2538075" y="1978303"/>
            <a:chExt cx="344060" cy="295221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DE0C4D1-E3A5-8A89-E9B5-B4E90440B5F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392412" y="2125914"/>
              <a:ext cx="295220" cy="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8B26D0A-94E4-3878-4670-3FFF1EE76C4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710105" y="1806273"/>
              <a:ext cx="0" cy="3440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3DBDE49F-A52C-A967-F022-A97F61E12B67}"/>
              </a:ext>
            </a:extLst>
          </p:cNvPr>
          <p:cNvSpPr txBox="1"/>
          <p:nvPr/>
        </p:nvSpPr>
        <p:spPr>
          <a:xfrm>
            <a:off x="7488281" y="5176866"/>
            <a:ext cx="920975" cy="30777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商业情报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pitchFamily="34" charset="-128"/>
              <a:ea typeface="Noto Sans SC" panose="020B0200000000000000" pitchFamily="34" charset="-128"/>
              <a:cs typeface="Poppins" pitchFamily="2" charset="77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7B860C3-D0B3-292B-F986-74D20FD6B6C5}"/>
              </a:ext>
            </a:extLst>
          </p:cNvPr>
          <p:cNvCxnSpPr>
            <a:cxnSpLocks/>
          </p:cNvCxnSpPr>
          <p:nvPr/>
        </p:nvCxnSpPr>
        <p:spPr>
          <a:xfrm>
            <a:off x="7553786" y="4507871"/>
            <a:ext cx="701643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D8AAECB-3908-14FF-14A5-55B19298D94B}"/>
              </a:ext>
            </a:extLst>
          </p:cNvPr>
          <p:cNvSpPr txBox="1"/>
          <p:nvPr/>
        </p:nvSpPr>
        <p:spPr>
          <a:xfrm>
            <a:off x="8330261" y="3899666"/>
            <a:ext cx="2229789" cy="3077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私人客户服务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Noto Sans SC" panose="020B0200000000000000" pitchFamily="34" charset="-128"/>
                <a:cs typeface="Poppins" pitchFamily="2" charset="77"/>
              </a:rPr>
              <a:t>家族办公室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FC5BC5-F5F2-81FF-7162-DC7F09840E0B}"/>
              </a:ext>
            </a:extLst>
          </p:cNvPr>
          <p:cNvGrpSpPr/>
          <p:nvPr/>
        </p:nvGrpSpPr>
        <p:grpSpPr>
          <a:xfrm>
            <a:off x="6226726" y="4794422"/>
            <a:ext cx="900000" cy="900000"/>
            <a:chOff x="6226726" y="4794422"/>
            <a:chExt cx="900000" cy="90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E3965F5-C4BC-892D-FA9B-DCA5BAF609DB}"/>
                </a:ext>
              </a:extLst>
            </p:cNvPr>
            <p:cNvSpPr/>
            <p:nvPr/>
          </p:nvSpPr>
          <p:spPr>
            <a:xfrm rot="8100000">
              <a:off x="6226726" y="4794422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F8024B0-246D-3F91-0926-B6FBCEF30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0722" y="5074935"/>
              <a:ext cx="338094" cy="35279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02D5B2-DD1F-9668-7AA4-AFFA909DFFD6}"/>
              </a:ext>
            </a:extLst>
          </p:cNvPr>
          <p:cNvGrpSpPr/>
          <p:nvPr/>
        </p:nvGrpSpPr>
        <p:grpSpPr>
          <a:xfrm>
            <a:off x="7103786" y="4015835"/>
            <a:ext cx="900000" cy="900000"/>
            <a:chOff x="7103786" y="4015835"/>
            <a:chExt cx="900000" cy="90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7499B11-C8AB-A74F-C7F4-D53BD9576DD0}"/>
                </a:ext>
              </a:extLst>
            </p:cNvPr>
            <p:cNvSpPr/>
            <p:nvPr/>
          </p:nvSpPr>
          <p:spPr>
            <a:xfrm rot="8100000">
              <a:off x="7103786" y="4015835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A929DE8-E703-9972-74A9-6559C490A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77622" y="4298949"/>
              <a:ext cx="353197" cy="33848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1460D8-8246-4C72-5845-010396AA3B4B}"/>
              </a:ext>
            </a:extLst>
          </p:cNvPr>
          <p:cNvGrpSpPr/>
          <p:nvPr/>
        </p:nvGrpSpPr>
        <p:grpSpPr>
          <a:xfrm>
            <a:off x="5055397" y="4740624"/>
            <a:ext cx="900000" cy="900000"/>
            <a:chOff x="5055397" y="4740624"/>
            <a:chExt cx="900000" cy="900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1B0B87A-B133-7D16-2039-95D5095F4F93}"/>
                </a:ext>
              </a:extLst>
            </p:cNvPr>
            <p:cNvSpPr/>
            <p:nvPr/>
          </p:nvSpPr>
          <p:spPr>
            <a:xfrm rot="10800000">
              <a:off x="5055397" y="4740624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90F89F5-0747-EFA3-ED47-F5473747E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9375" y="5013325"/>
              <a:ext cx="326869" cy="35658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C5DF5A-D841-28E9-E080-65810D70F7AA}"/>
              </a:ext>
            </a:extLst>
          </p:cNvPr>
          <p:cNvGrpSpPr/>
          <p:nvPr/>
        </p:nvGrpSpPr>
        <p:grpSpPr>
          <a:xfrm>
            <a:off x="3976689" y="2874047"/>
            <a:ext cx="900000" cy="900000"/>
            <a:chOff x="3976689" y="2874047"/>
            <a:chExt cx="900000" cy="900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E372C3-5BDB-BC0F-881D-53C89140853D}"/>
                </a:ext>
              </a:extLst>
            </p:cNvPr>
            <p:cNvSpPr/>
            <p:nvPr/>
          </p:nvSpPr>
          <p:spPr>
            <a:xfrm>
              <a:off x="3976689" y="2874047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1AD0ECF-8664-C757-8947-0950A4815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23388" y="3153694"/>
              <a:ext cx="387167" cy="298441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41EEC9-B000-B93F-539F-61F3356A7C8D}"/>
              </a:ext>
            </a:extLst>
          </p:cNvPr>
          <p:cNvGrpSpPr/>
          <p:nvPr/>
        </p:nvGrpSpPr>
        <p:grpSpPr>
          <a:xfrm>
            <a:off x="5641797" y="1510519"/>
            <a:ext cx="900000" cy="900000"/>
            <a:chOff x="5641797" y="1510519"/>
            <a:chExt cx="900000" cy="900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D14F23B-D399-B5A2-7B68-7A2D30D97170}"/>
                </a:ext>
              </a:extLst>
            </p:cNvPr>
            <p:cNvSpPr/>
            <p:nvPr/>
          </p:nvSpPr>
          <p:spPr>
            <a:xfrm>
              <a:off x="5641797" y="1510519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CFB0002-1057-BFF4-4623-0D0BAF4BB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32118" y="1779677"/>
              <a:ext cx="363962" cy="36396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09F554E-B178-D8C2-67B1-CC1A2372FDF7}"/>
              </a:ext>
            </a:extLst>
          </p:cNvPr>
          <p:cNvGrpSpPr/>
          <p:nvPr/>
        </p:nvGrpSpPr>
        <p:grpSpPr>
          <a:xfrm>
            <a:off x="7307710" y="2877860"/>
            <a:ext cx="900000" cy="900000"/>
            <a:chOff x="7307710" y="2877860"/>
            <a:chExt cx="900000" cy="900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41D6802-C605-869B-A34B-C901096FBA4A}"/>
                </a:ext>
              </a:extLst>
            </p:cNvPr>
            <p:cNvSpPr/>
            <p:nvPr/>
          </p:nvSpPr>
          <p:spPr>
            <a:xfrm>
              <a:off x="7307710" y="2877860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6596099-8A04-3183-BFAF-FFDF32818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86069" y="3143462"/>
              <a:ext cx="355037" cy="355037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1E1DE2-6B2F-AF86-F099-0AA118473EF9}"/>
              </a:ext>
            </a:extLst>
          </p:cNvPr>
          <p:cNvGrpSpPr/>
          <p:nvPr/>
        </p:nvGrpSpPr>
        <p:grpSpPr>
          <a:xfrm>
            <a:off x="6719195" y="1911813"/>
            <a:ext cx="900000" cy="900000"/>
            <a:chOff x="6719195" y="1911813"/>
            <a:chExt cx="900000" cy="900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4B58439-57E6-1794-56A8-2C05529C00A1}"/>
                </a:ext>
              </a:extLst>
            </p:cNvPr>
            <p:cNvSpPr/>
            <p:nvPr/>
          </p:nvSpPr>
          <p:spPr>
            <a:xfrm rot="18900000">
              <a:off x="6719195" y="1911813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E2FC134-E30F-DBED-E535-DA7562CE3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91941" y="2185333"/>
              <a:ext cx="357653" cy="357653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CCF028B-863B-589A-74DA-2E17D9D49F38}"/>
              </a:ext>
            </a:extLst>
          </p:cNvPr>
          <p:cNvGrpSpPr/>
          <p:nvPr/>
        </p:nvGrpSpPr>
        <p:grpSpPr>
          <a:xfrm>
            <a:off x="4192326" y="4028422"/>
            <a:ext cx="900000" cy="900000"/>
            <a:chOff x="4192326" y="4028422"/>
            <a:chExt cx="900000" cy="90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ECB01C9-A23E-7162-7932-47432F8A43D6}"/>
                </a:ext>
              </a:extLst>
            </p:cNvPr>
            <p:cNvSpPr/>
            <p:nvPr/>
          </p:nvSpPr>
          <p:spPr>
            <a:xfrm rot="8100000">
              <a:off x="4192326" y="4028422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442AA5B1-D87B-8407-C798-6561F1B37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55639" y="4298949"/>
              <a:ext cx="366602" cy="366602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19DB616-5603-D9D9-F9BF-81D97490B791}"/>
              </a:ext>
            </a:extLst>
          </p:cNvPr>
          <p:cNvGrpSpPr/>
          <p:nvPr/>
        </p:nvGrpSpPr>
        <p:grpSpPr>
          <a:xfrm>
            <a:off x="4580098" y="1905025"/>
            <a:ext cx="900000" cy="900000"/>
            <a:chOff x="4580098" y="1905025"/>
            <a:chExt cx="900000" cy="90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63242EE-CA9E-2326-B4EA-07C53DE41D6B}"/>
                </a:ext>
              </a:extLst>
            </p:cNvPr>
            <p:cNvSpPr/>
            <p:nvPr/>
          </p:nvSpPr>
          <p:spPr>
            <a:xfrm rot="18900000">
              <a:off x="4580098" y="1905025"/>
              <a:ext cx="900000" cy="90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pitchFamily="34" charset="-128"/>
                <a:ea typeface="+mn-ea"/>
                <a:cs typeface="+mn-cs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313E227-15A3-4663-4A8F-8097D4090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54199" y="2169590"/>
              <a:ext cx="360952" cy="368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838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B77F-E85A-F0C5-DB1C-30BC5DD17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rvice_fee_slide_title">
            <a:extLst>
              <a:ext uri="{FF2B5EF4-FFF2-40B4-BE49-F238E27FC236}">
                <a16:creationId xmlns:a16="http://schemas.microsoft.com/office/drawing/2014/main" id="{23CD62FF-5507-02B2-C1C4-78D270ACF269}"/>
              </a:ext>
            </a:extLst>
          </p:cNvPr>
          <p:cNvSpPr txBox="1"/>
          <p:nvPr/>
        </p:nvSpPr>
        <p:spPr>
          <a:xfrm>
            <a:off x="378506" y="414044"/>
            <a:ext cx="6022293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服务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方案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– 越南有限责任公司</a:t>
            </a:r>
          </a:p>
        </p:txBody>
      </p:sp>
      <p:graphicFrame>
        <p:nvGraphicFramePr>
          <p:cNvPr id="9" name="service_fee_table_template">
            <a:extLst>
              <a:ext uri="{FF2B5EF4-FFF2-40B4-BE49-F238E27FC236}">
                <a16:creationId xmlns:a16="http://schemas.microsoft.com/office/drawing/2014/main" id="{694E6294-ACA1-A36D-05F7-F1FDE74F8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93120"/>
              </p:ext>
            </p:extLst>
          </p:nvPr>
        </p:nvGraphicFramePr>
        <p:xfrm>
          <a:off x="378506" y="1397609"/>
          <a:ext cx="11034970" cy="99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28">
                  <a:extLst>
                    <a:ext uri="{9D8B030D-6E8A-4147-A177-3AD203B41FA5}">
                      <a16:colId xmlns:a16="http://schemas.microsoft.com/office/drawing/2014/main" val="3877526086"/>
                    </a:ext>
                  </a:extLst>
                </a:gridCol>
                <a:gridCol w="6879860">
                  <a:extLst>
                    <a:ext uri="{9D8B030D-6E8A-4147-A177-3AD203B41FA5}">
                      <a16:colId xmlns:a16="http://schemas.microsoft.com/office/drawing/2014/main" val="2990774389"/>
                    </a:ext>
                  </a:extLst>
                </a:gridCol>
                <a:gridCol w="1747658">
                  <a:extLst>
                    <a:ext uri="{9D8B030D-6E8A-4147-A177-3AD203B41FA5}">
                      <a16:colId xmlns:a16="http://schemas.microsoft.com/office/drawing/2014/main" val="3748570174"/>
                    </a:ext>
                  </a:extLst>
                </a:gridCol>
                <a:gridCol w="2131824">
                  <a:extLst>
                    <a:ext uri="{9D8B030D-6E8A-4147-A177-3AD203B41FA5}">
                      <a16:colId xmlns:a16="http://schemas.microsoft.com/office/drawing/2014/main" val="1494694658"/>
                    </a:ext>
                  </a:extLst>
                </a:gridCol>
              </a:tblGrid>
              <a:tr h="32131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72C2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[[solution_package_name]]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频次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费用（美元）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19112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72C2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Poppins" pitchFamily="2" charset="77"/>
                        </a:rPr>
                        <a:t>[[service_name]]</a:t>
                      </a:r>
                      <a:endParaRPr kumimoji="0" lang="en-US" altLang="zh-Han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72C2C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Poppins" pitchFamily="2" charset="77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72C2C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Poppins" pitchFamily="2" charset="77"/>
                        </a:rPr>
                        <a:t>[[scope_of_work]]</a:t>
                      </a:r>
                      <a:endParaRPr kumimoji="0" lang="en-US" altLang="zh-Han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72C2C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Poppins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272C2C"/>
                          </a:solidFill>
                          <a:effectLst/>
                          <a:uLnTx/>
                          <a:uFillTx/>
                          <a:latin typeface="Poppins ExtraLight" pitchFamily="2" charset="77"/>
                          <a:ea typeface="+mn-ea"/>
                          <a:cs typeface="Poppins" pitchFamily="2" charset="77"/>
                        </a:rPr>
                        <a:t>[[billing_frequency]]</a:t>
                      </a:r>
                      <a:endParaRPr kumimoji="0" lang="en-GB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72C2C"/>
                        </a:solidFill>
                        <a:effectLst/>
                        <a:uLnTx/>
                        <a:uFillTx/>
                        <a:latin typeface="Poppins ExtraLight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72C2C"/>
                          </a:solidFill>
                          <a:effectLst/>
                          <a:uLnTx/>
                          <a:uFillTx/>
                          <a:latin typeface="Poppins ExtraLight" pitchFamily="2" charset="77"/>
                          <a:ea typeface="+mn-ea"/>
                          <a:cs typeface="Poppins" pitchFamily="2" charset="77"/>
                        </a:rPr>
                        <a:t>[[service_fee]]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231210"/>
                  </a:ext>
                </a:extLst>
              </a:tr>
            </a:tbl>
          </a:graphicData>
        </a:graphic>
      </p:graphicFrame>
      <p:sp>
        <p:nvSpPr>
          <p:cNvPr id="4" name="service_fee_footnote">
            <a:extLst>
              <a:ext uri="{FF2B5EF4-FFF2-40B4-BE49-F238E27FC236}">
                <a16:creationId xmlns:a16="http://schemas.microsoft.com/office/drawing/2014/main" id="{188BD164-D2AA-43CD-7255-3B526082A5F8}"/>
              </a:ext>
            </a:extLst>
          </p:cNvPr>
          <p:cNvSpPr txBox="1"/>
          <p:nvPr/>
        </p:nvSpPr>
        <p:spPr>
          <a:xfrm>
            <a:off x="378506" y="5875818"/>
            <a:ext cx="8081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上述费用</a:t>
            </a:r>
            <a:r>
              <a:rPr lang="zh-CN" altLang="en-US" sz="1200" i="1" dirty="0"/>
              <a:t>未含税及代垫费用</a:t>
            </a:r>
            <a:r>
              <a:rPr lang="en-US" sz="1200" i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822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Box 12"/>
          <p:cNvSpPr txBox="1">
            <a:spLocks noGrp="1"/>
          </p:cNvSpPr>
          <p:nvPr>
            <p:ph type="sldNum" sz="quarter" idx="2"/>
          </p:nvPr>
        </p:nvSpPr>
        <p:spPr>
          <a:xfrm>
            <a:off x="11662644" y="6390375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494" name="appendix_title"/>
          <p:cNvSpPr txBox="1"/>
          <p:nvPr/>
        </p:nvSpPr>
        <p:spPr>
          <a:xfrm>
            <a:off x="424224" y="414044"/>
            <a:ext cx="1038908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b">
            <a:spAutoFit/>
          </a:bodyPr>
          <a:lstStyle>
            <a:lvl1pPr algn="just">
              <a:defRPr sz="2800" b="1"/>
            </a:lvl1pPr>
          </a:lstStyle>
          <a:p>
            <a:r>
              <a:rPr dirty="0"/>
              <a:t>[[APPENDIX_TITLE]]</a:t>
            </a:r>
          </a:p>
        </p:txBody>
      </p:sp>
      <p:sp>
        <p:nvSpPr>
          <p:cNvPr id="495" name="appendix_footnote"/>
          <p:cNvSpPr txBox="1"/>
          <p:nvPr/>
        </p:nvSpPr>
        <p:spPr>
          <a:xfrm>
            <a:off x="337098" y="5988670"/>
            <a:ext cx="799024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i="1"/>
            </a:lvl1pPr>
          </a:lstStyle>
          <a:p>
            <a:r>
              <a:rPr dirty="0"/>
              <a:t>[[</a:t>
            </a:r>
            <a:r>
              <a:rPr dirty="0" err="1"/>
              <a:t>appendi</a:t>
            </a:r>
            <a:r>
              <a:rPr lang="en-US" dirty="0" err="1"/>
              <a:t>x</a:t>
            </a:r>
            <a:r>
              <a:rPr dirty="0" err="1"/>
              <a:t>_footnote</a:t>
            </a:r>
            <a:r>
              <a:rPr dirty="0"/>
              <a:t>]].</a:t>
            </a:r>
          </a:p>
        </p:txBody>
      </p:sp>
      <p:sp>
        <p:nvSpPr>
          <p:cNvPr id="496" name="appendix_description"/>
          <p:cNvSpPr txBox="1"/>
          <p:nvPr/>
        </p:nvSpPr>
        <p:spPr>
          <a:xfrm>
            <a:off x="598612" y="1087880"/>
            <a:ext cx="1924564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</a:lstStyle>
          <a:p>
            <a:r>
              <a:rPr dirty="0"/>
              <a:t>[[</a:t>
            </a:r>
            <a:r>
              <a:rPr dirty="0" err="1"/>
              <a:t>appendix_description</a:t>
            </a:r>
            <a:r>
              <a:rPr dirty="0"/>
              <a:t>]]</a:t>
            </a:r>
          </a:p>
        </p:txBody>
      </p:sp>
      <p:graphicFrame>
        <p:nvGraphicFramePr>
          <p:cNvPr id="497" name="appendix_table"/>
          <p:cNvGraphicFramePr/>
          <p:nvPr>
            <p:extLst>
              <p:ext uri="{D42A27DB-BD31-4B8C-83A1-F6EECF244321}">
                <p14:modId xmlns:p14="http://schemas.microsoft.com/office/powerpoint/2010/main" val="1468663300"/>
              </p:ext>
            </p:extLst>
          </p:nvPr>
        </p:nvGraphicFramePr>
        <p:xfrm>
          <a:off x="1636170" y="1792496"/>
          <a:ext cx="8549821" cy="1000625"/>
        </p:xfrm>
        <a:graphic>
          <a:graphicData uri="http://schemas.openxmlformats.org/drawingml/2006/table">
            <a:tbl>
              <a:tblPr firstRow="1" bandRow="1"/>
              <a:tblGrid>
                <a:gridCol w="387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825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/>
                        <a:t>[[appendix_table_header1]]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C2A0"/>
                      </a:solidFill>
                    </a:lnL>
                    <a:lnR w="12700">
                      <a:solidFill>
                        <a:srgbClr val="FFC2A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FFC2A0"/>
                      </a:solidFill>
                    </a:lnB>
                    <a:solidFill>
                      <a:srgbClr val="FFC2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/>
                        <a:t>[[appendix_table_header2]]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C2A0"/>
                      </a:solidFill>
                    </a:lnL>
                    <a:lnR w="12700">
                      <a:solidFill>
                        <a:srgbClr val="FFC2A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FFC2A0"/>
                      </a:solidFill>
                    </a:lnB>
                    <a:solidFill>
                      <a:srgbClr val="FFC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000000"/>
                          </a:solidFill>
                          <a:latin typeface="Poppins ExtraLight"/>
                          <a:ea typeface="Poppins ExtraLight"/>
                          <a:cs typeface="Poppins ExtraLight"/>
                          <a:sym typeface="Poppins ExtraLight"/>
                        </a:defRPr>
                      </a:pPr>
                      <a:r>
                        <a:rPr sz="1200" dirty="0"/>
                        <a:t>[[appendix_table_row1_0]]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C2A0"/>
                      </a:solidFill>
                    </a:lnL>
                    <a:lnR w="12700">
                      <a:solidFill>
                        <a:srgbClr val="FFC2A0"/>
                      </a:solidFill>
                    </a:lnR>
                    <a:lnT w="12700">
                      <a:solidFill>
                        <a:srgbClr val="FFC2A0"/>
                      </a:solidFill>
                    </a:lnT>
                    <a:lnB w="12700">
                      <a:solidFill>
                        <a:srgbClr val="FFC2A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000000"/>
                          </a:solidFill>
                          <a:latin typeface="Poppins ExtraLight"/>
                          <a:ea typeface="Poppins ExtraLight"/>
                          <a:cs typeface="Poppins ExtraLight"/>
                          <a:sym typeface="Poppins ExtraLight"/>
                        </a:defRPr>
                      </a:pPr>
                      <a:r>
                        <a:rPr sz="1200" dirty="0"/>
                        <a:t>[[appendix_table_row1_1]]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C2A0"/>
                      </a:solidFill>
                    </a:lnL>
                    <a:lnR w="12700">
                      <a:solidFill>
                        <a:srgbClr val="FFC2A0"/>
                      </a:solidFill>
                    </a:lnR>
                    <a:lnT w="12700">
                      <a:solidFill>
                        <a:srgbClr val="FFC2A0"/>
                      </a:solidFill>
                    </a:lnT>
                    <a:lnB w="12700">
                      <a:solidFill>
                        <a:srgbClr val="FFC2A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appendix_image"/>
          <p:cNvSpPr/>
          <p:nvPr/>
        </p:nvSpPr>
        <p:spPr>
          <a:xfrm>
            <a:off x="419099" y="1443857"/>
            <a:ext cx="11353801" cy="4845349"/>
          </a:xfrm>
          <a:prstGeom prst="rect">
            <a:avLst/>
          </a:prstGeom>
          <a:solidFill>
            <a:schemeClr val="accent2">
              <a:satOff val="-61381"/>
              <a:lumOff val="38333"/>
            </a:schemeClr>
          </a:solidFill>
          <a:ln w="19050">
            <a:solidFill>
              <a:schemeClr val="accent2">
                <a:satOff val="-61381"/>
                <a:lumOff val="38333"/>
              </a:schemeClr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87" name="TextBox 12"/>
          <p:cNvSpPr txBox="1">
            <a:spLocks noGrp="1"/>
          </p:cNvSpPr>
          <p:nvPr>
            <p:ph type="sldNum" sz="quarter" idx="2"/>
          </p:nvPr>
        </p:nvSpPr>
        <p:spPr>
          <a:xfrm>
            <a:off x="11662643" y="6390375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488" name="appendix_title"/>
          <p:cNvSpPr txBox="1"/>
          <p:nvPr/>
        </p:nvSpPr>
        <p:spPr>
          <a:xfrm>
            <a:off x="424225" y="414044"/>
            <a:ext cx="1029339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b">
            <a:spAutoFit/>
          </a:bodyPr>
          <a:lstStyle>
            <a:lvl1pPr algn="just">
              <a:defRPr sz="2800" b="1"/>
            </a:lvl1pPr>
          </a:lstStyle>
          <a:p>
            <a:r>
              <a:rPr dirty="0"/>
              <a:t>[[APPENDIX_TITLE]]</a:t>
            </a:r>
          </a:p>
        </p:txBody>
      </p:sp>
      <p:sp>
        <p:nvSpPr>
          <p:cNvPr id="489" name="appendix_description"/>
          <p:cNvSpPr txBox="1"/>
          <p:nvPr/>
        </p:nvSpPr>
        <p:spPr>
          <a:xfrm>
            <a:off x="419100" y="1087880"/>
            <a:ext cx="10897997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</a:lstStyle>
          <a:p>
            <a:r>
              <a:rPr dirty="0"/>
              <a:t>[[</a:t>
            </a:r>
            <a:r>
              <a:rPr dirty="0" err="1"/>
              <a:t>appendix_description</a:t>
            </a:r>
            <a:r>
              <a:rPr dirty="0"/>
              <a:t>]]</a:t>
            </a:r>
          </a:p>
        </p:txBody>
      </p:sp>
      <p:sp>
        <p:nvSpPr>
          <p:cNvPr id="491" name="image_description"/>
          <p:cNvSpPr txBox="1"/>
          <p:nvPr/>
        </p:nvSpPr>
        <p:spPr>
          <a:xfrm>
            <a:off x="1371870" y="2613933"/>
            <a:ext cx="1213878" cy="244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r>
              <a:rPr dirty="0"/>
              <a:t>Image：</a:t>
            </a:r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endParaRPr dirty="0"/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r>
              <a:rPr dirty="0" err="1"/>
              <a:t>safeArea</a:t>
            </a:r>
            <a:r>
              <a:rPr dirty="0"/>
              <a:t>:</a:t>
            </a:r>
            <a:br>
              <a:rPr dirty="0"/>
            </a:br>
            <a:r>
              <a:rPr dirty="0"/>
              <a:t>  left: 33</a:t>
            </a:r>
            <a:br>
              <a:rPr dirty="0"/>
            </a:br>
            <a:r>
              <a:rPr dirty="0"/>
              <a:t>  top: 114</a:t>
            </a:r>
            <a:br>
              <a:rPr dirty="0"/>
            </a:br>
            <a:r>
              <a:rPr dirty="0"/>
              <a:t>  right: 33     </a:t>
            </a:r>
            <a:br>
              <a:rPr dirty="0"/>
            </a:br>
            <a:r>
              <a:rPr dirty="0"/>
              <a:t>  bottom: 45</a:t>
            </a:r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endParaRPr dirty="0"/>
          </a:p>
          <a:p>
            <a:pPr defTabSz="457200"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r>
              <a:rPr dirty="0" err="1"/>
              <a:t>maxWidth</a:t>
            </a:r>
            <a:r>
              <a:rPr dirty="0"/>
              <a:t>: auto</a:t>
            </a:r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r>
              <a:rPr dirty="0" err="1"/>
              <a:t>maxHeight</a:t>
            </a:r>
            <a:r>
              <a:rPr dirty="0"/>
              <a:t>: auto</a:t>
            </a:r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endParaRPr dirty="0"/>
          </a:p>
          <a:p>
            <a:pPr>
              <a:defRPr sz="1200">
                <a:latin typeface="Poppins ExtraLight"/>
                <a:ea typeface="Poppins ExtraLight"/>
                <a:cs typeface="Poppins ExtraLight"/>
                <a:sym typeface="Poppins ExtraLight"/>
              </a:defRPr>
            </a:pPr>
            <a:r>
              <a:rPr dirty="0"/>
              <a:t>Left Align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360B-5365-1733-5D0D-0F9757B6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user_text">
            <a:extLst>
              <a:ext uri="{FF2B5EF4-FFF2-40B4-BE49-F238E27FC236}">
                <a16:creationId xmlns:a16="http://schemas.microsoft.com/office/drawing/2014/main" id="{0D245134-5E4E-EF75-1D81-C7B62C998F71}"/>
              </a:ext>
            </a:extLst>
          </p:cNvPr>
          <p:cNvSpPr txBox="1"/>
          <p:nvPr/>
        </p:nvSpPr>
        <p:spPr>
          <a:xfrm>
            <a:off x="368709" y="1937815"/>
            <a:ext cx="9379140" cy="308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 err="1">
                <a:latin typeface="Poppins" panose="020B0604020202020204" pitchFamily="34" charset="0"/>
              </a:rPr>
              <a:t>联系我们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>
              <a:lnSpc>
                <a:spcPct val="150000"/>
              </a:lnSpc>
              <a:tabLst>
                <a:tab pos="342900" algn="l"/>
              </a:tabLst>
            </a:pPr>
            <a:r>
              <a:rPr lang="en-US" sz="2400" baseline="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[[user_title]]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  <a:tabLst>
                <a:tab pos="342900" algn="l"/>
              </a:tabLst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272C2C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>
              <a:lnSpc>
                <a:spcPct val="150000"/>
              </a:lnSpc>
              <a:tabLst>
                <a:tab pos="342900" algn="l"/>
              </a:tabLst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	: [[user_email]]</a:t>
            </a:r>
          </a:p>
          <a:p>
            <a:pPr>
              <a:lnSpc>
                <a:spcPct val="150000"/>
              </a:lnSpc>
              <a:tabLst>
                <a:tab pos="342900" algn="l"/>
              </a:tabLst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72C2C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M	: [[user_mobile]]</a:t>
            </a:r>
            <a:endParaRPr kumimoji="0" lang="en-GB" sz="1600" i="0" u="none" strike="noStrike" kern="1200" cap="none" spc="0" normalizeH="0" baseline="0" noProof="0" dirty="0">
              <a:ln>
                <a:noFill/>
              </a:ln>
              <a:solidFill>
                <a:srgbClr val="FF6611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808829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scentium">
      <a:dk1>
        <a:srgbClr val="272C2C"/>
      </a:dk1>
      <a:lt1>
        <a:srgbClr val="FFFFFF"/>
      </a:lt1>
      <a:dk2>
        <a:srgbClr val="043834"/>
      </a:dk2>
      <a:lt2>
        <a:srgbClr val="F5F2EF"/>
      </a:lt2>
      <a:accent1>
        <a:srgbClr val="FF6611"/>
      </a:accent1>
      <a:accent2>
        <a:srgbClr val="077069"/>
      </a:accent2>
      <a:accent3>
        <a:srgbClr val="1877F2"/>
      </a:accent3>
      <a:accent4>
        <a:srgbClr val="FFF0E2"/>
      </a:accent4>
      <a:accent5>
        <a:srgbClr val="CDE2E1"/>
      </a:accent5>
      <a:accent6>
        <a:srgbClr val="BDD5EF"/>
      </a:accent6>
      <a:hlink>
        <a:srgbClr val="FF8541"/>
      </a:hlink>
      <a:folHlink>
        <a:srgbClr val="388D87"/>
      </a:folHlink>
    </a:clrScheme>
    <a:fontScheme name="Ascentium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16b2da74-16c2-4ae1-a9fd-f3ec8f19d36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905</Words>
  <Application>Microsoft Macintosh PowerPoint</Application>
  <PresentationFormat>Widescreen</PresentationFormat>
  <Paragraphs>199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AtlasGrotesk</vt:lpstr>
      <vt:lpstr>Noto Sans SC</vt:lpstr>
      <vt:lpstr>Aptos</vt:lpstr>
      <vt:lpstr>Arial</vt:lpstr>
      <vt:lpstr>Poppins</vt:lpstr>
      <vt:lpstr>Poppins ExtraLight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Black</dc:creator>
  <cp:lastModifiedBy>Zhenxuan Wang</cp:lastModifiedBy>
  <cp:revision>9</cp:revision>
  <dcterms:created xsi:type="dcterms:W3CDTF">2025-05-14T06:48:25Z</dcterms:created>
  <dcterms:modified xsi:type="dcterms:W3CDTF">2026-07-15T08:50:47Z</dcterms:modified>
</cp:coreProperties>
</file>